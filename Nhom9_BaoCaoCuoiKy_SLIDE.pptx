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4" r:id="rId8"/>
    <p:sldId id="263" r:id="rId9"/>
    <p:sldId id="262" r:id="rId10"/>
    <p:sldId id="275" r:id="rId11"/>
    <p:sldId id="276" r:id="rId12"/>
    <p:sldId id="27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PD9jA0Y/ELYNtOUaL1J+oukpKY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p:restoredTop sz="48503"/>
  </p:normalViewPr>
  <p:slideViewPr>
    <p:cSldViewPr snapToGrid="0">
      <p:cViewPr varScale="1">
        <p:scale>
          <a:sx n="58" d="100"/>
          <a:sy n="58" d="100"/>
        </p:scale>
        <p:origin x="28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43" name="Google Shape;24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847199cd6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53" name="Google Shape;253;g3847199cd6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61" name="Google Shape;26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8e61399b6e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r>
              <a:rPr lang="en-US"/>
              <a:t>Dạ sau khi cô góp ý về file chưa được đầy đủ, nhóm đã chỉnh lại toàn bộ và để slide chi tiết hơn. Nhóm chỉnh lại sơ đồ trong tổng quan kiến trúc sử dụng cấu trúc giống trong nghiên cứu của tác giả</a:t>
            </a:r>
            <a:endParaRPr/>
          </a:p>
        </p:txBody>
      </p:sp>
      <p:sp>
        <p:nvSpPr>
          <p:cNvPr id="269" name="Google Shape;269;g38e61399b6e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r>
              <a:rPr lang="en-US"/>
              <a:t>Nhóm cũng chỉnh lại các giới thiệu về dataset.</a:t>
            </a:r>
            <a:endParaRPr/>
          </a:p>
        </p:txBody>
      </p:sp>
      <p:sp>
        <p:nvSpPr>
          <p:cNvPr id="278" name="Google Shape;2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8c6d5c56e5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87" name="Google Shape;287;g38c6d5c56e5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8e5a8cff0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lgn="l"/>
            <a:r>
              <a:rPr lang="en-US" b="0" i="0" u="none" strike="noStrike" dirty="0">
                <a:solidFill>
                  <a:srgbClr val="000000"/>
                </a:solidFill>
                <a:effectLst/>
              </a:rPr>
              <a:t>The model frequently misclassifies 'Good' instances as 'Standard', indicating a potential over-</a:t>
            </a:r>
            <a:r>
              <a:rPr lang="en-US" b="0" i="0" u="none" strike="noStrike" dirty="0" err="1">
                <a:solidFill>
                  <a:srgbClr val="000000"/>
                </a:solidFill>
                <a:effectLst/>
              </a:rPr>
              <a:t>generalisation</a:t>
            </a:r>
            <a:r>
              <a:rPr lang="en-US" b="0" i="0" u="none" strike="noStrike" dirty="0">
                <a:solidFill>
                  <a:srgbClr val="000000"/>
                </a:solidFill>
                <a:effectLst/>
              </a:rPr>
              <a:t> for the 'Standard' class at the expense of 'Good' samples. </a:t>
            </a:r>
            <a:r>
              <a:rPr lang="en-US" b="0" i="0" u="none" strike="noStrike">
                <a:solidFill>
                  <a:srgbClr val="000000"/>
                </a:solidFill>
                <a:effectLst/>
              </a:rPr>
              <a:t>Similarly, 'Poor' instances are often mistaken for 'Standard', suggesting an area for targeted improvement.</a:t>
            </a:r>
          </a:p>
        </p:txBody>
      </p:sp>
      <p:sp>
        <p:nvSpPr>
          <p:cNvPr id="317" name="Google Shape;317;g38e5a8cff0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8c6d5c56e5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305" name="Google Shape;305;g38c6d5c56e5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8c6d5c56e5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96" name="Google Shape;296;g38c6d5c56e5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427" name="Google Shape;42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435" name="Google Shape;43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441" name="Google Shape;44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1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 name="Google Shape;19;p1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1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24" name="Google Shape;24;p14"/>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25" name="Google Shape;25;p1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 name="Google Shape;26;p1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15"/>
          <p:cNvSpPr txBox="1">
            <a:spLocks noGrp="1"/>
          </p:cNvSpPr>
          <p:nvPr>
            <p:ph type="ctrTitle"/>
          </p:nvPr>
        </p:nvSpPr>
        <p:spPr>
          <a:xfrm>
            <a:off x="304800" y="2130426"/>
            <a:ext cx="1158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5"/>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l">
              <a:spcBef>
                <a:spcPts val="560"/>
              </a:spcBef>
              <a:spcAft>
                <a:spcPts val="0"/>
              </a:spcAft>
              <a:buClr>
                <a:srgbClr val="0066FF"/>
              </a:buClr>
              <a:buSzPts val="2800"/>
              <a:buFont typeface="Arial"/>
              <a:buAutoNum type="arabicPeriod"/>
              <a:defRPr/>
            </a:lvl1pPr>
            <a:lvl2pPr lvl="1" algn="ctr">
              <a:spcBef>
                <a:spcPts val="560"/>
              </a:spcBef>
              <a:spcAft>
                <a:spcPts val="0"/>
              </a:spcAft>
              <a:buClr>
                <a:srgbClr val="0066FF"/>
              </a:buClr>
              <a:buSzPts val="2800"/>
              <a:buNone/>
              <a:defRPr/>
            </a:lvl2pPr>
            <a:lvl3pPr lvl="2" algn="ctr">
              <a:spcBef>
                <a:spcPts val="560"/>
              </a:spcBef>
              <a:spcAft>
                <a:spcPts val="0"/>
              </a:spcAft>
              <a:buClr>
                <a:srgbClr val="0066FF"/>
              </a:buClr>
              <a:buSzPts val="28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a:endParaRPr/>
          </a:p>
        </p:txBody>
      </p:sp>
      <p:sp>
        <p:nvSpPr>
          <p:cNvPr id="30" name="Google Shape;30;p1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1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2"/>
        <p:cNvGrpSpPr/>
        <p:nvPr/>
      </p:nvGrpSpPr>
      <p:grpSpPr>
        <a:xfrm>
          <a:off x="0" y="0"/>
          <a:ext cx="0" cy="0"/>
          <a:chOff x="0" y="0"/>
          <a:chExt cx="0" cy="0"/>
        </a:xfrm>
      </p:grpSpPr>
      <p:sp>
        <p:nvSpPr>
          <p:cNvPr id="33" name="Google Shape;33;p16"/>
          <p:cNvSpPr txBox="1">
            <a:spLocks noGrp="1"/>
          </p:cNvSpPr>
          <p:nvPr>
            <p:ph type="ctrTitle"/>
          </p:nvPr>
        </p:nvSpPr>
        <p:spPr>
          <a:xfrm>
            <a:off x="304800" y="2130426"/>
            <a:ext cx="1158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16"/>
          <p:cNvSpPr txBox="1">
            <a:spLocks noGrp="1"/>
          </p:cNvSpPr>
          <p:nvPr>
            <p:ph type="subTitle" idx="1"/>
          </p:nvPr>
        </p:nvSpPr>
        <p:spPr>
          <a:xfrm>
            <a:off x="304800" y="3886200"/>
            <a:ext cx="5638800" cy="1752600"/>
          </a:xfrm>
          <a:prstGeom prst="rect">
            <a:avLst/>
          </a:prstGeom>
          <a:noFill/>
          <a:ln>
            <a:noFill/>
          </a:ln>
        </p:spPr>
        <p:txBody>
          <a:bodyPr spcFirstLastPara="1" wrap="square" lIns="91425" tIns="45700" rIns="91425" bIns="45700" anchor="t" anchorCtr="0">
            <a:noAutofit/>
          </a:bodyPr>
          <a:lstStyle>
            <a:lvl1pPr lvl="0" algn="l">
              <a:spcBef>
                <a:spcPts val="480"/>
              </a:spcBef>
              <a:spcAft>
                <a:spcPts val="0"/>
              </a:spcAft>
              <a:buClr>
                <a:srgbClr val="0066FF"/>
              </a:buClr>
              <a:buSzPts val="2400"/>
              <a:buFont typeface="Arial"/>
              <a:buAutoNum type="arabicPeriod"/>
              <a:defRPr sz="2400"/>
            </a:lvl1pPr>
            <a:lvl2pPr lvl="1" algn="ctr">
              <a:spcBef>
                <a:spcPts val="560"/>
              </a:spcBef>
              <a:spcAft>
                <a:spcPts val="0"/>
              </a:spcAft>
              <a:buClr>
                <a:srgbClr val="0066FF"/>
              </a:buClr>
              <a:buSzPts val="2800"/>
              <a:buNone/>
              <a:defRPr/>
            </a:lvl2pPr>
            <a:lvl3pPr lvl="2" algn="ctr">
              <a:spcBef>
                <a:spcPts val="560"/>
              </a:spcBef>
              <a:spcAft>
                <a:spcPts val="0"/>
              </a:spcAft>
              <a:buClr>
                <a:srgbClr val="0066FF"/>
              </a:buClr>
              <a:buSzPts val="28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a:endParaRPr/>
          </a:p>
        </p:txBody>
      </p:sp>
      <p:sp>
        <p:nvSpPr>
          <p:cNvPr id="35" name="Google Shape;35;p1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1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16"/>
          <p:cNvSpPr txBox="1"/>
          <p:nvPr/>
        </p:nvSpPr>
        <p:spPr>
          <a:xfrm>
            <a:off x="6248400" y="3886200"/>
            <a:ext cx="5638800" cy="1752600"/>
          </a:xfrm>
          <a:prstGeom prst="rect">
            <a:avLst/>
          </a:prstGeom>
          <a:noFill/>
          <a:ln>
            <a:noFill/>
          </a:ln>
        </p:spPr>
        <p:txBody>
          <a:bodyPr spcFirstLastPara="1" wrap="square" lIns="91425" tIns="45700" rIns="91425" bIns="45700" anchor="t" anchorCtr="0">
            <a:noAutofit/>
          </a:bodyPr>
          <a:lstStyle/>
          <a:p>
            <a:pPr marL="457148" marR="0" lvl="0" indent="-457148" algn="l" rtl="0">
              <a:spcBef>
                <a:spcPts val="0"/>
              </a:spcBef>
              <a:spcAft>
                <a:spcPts val="0"/>
              </a:spcAft>
              <a:buClr>
                <a:srgbClr val="0066FF"/>
              </a:buClr>
              <a:buSzPts val="2400"/>
              <a:buFont typeface="Arial"/>
              <a:buAutoNum type="arabicPeriod"/>
            </a:pPr>
            <a:r>
              <a:rPr lang="en-US" sz="2400">
                <a:solidFill>
                  <a:srgbClr val="0066FF"/>
                </a:solidFill>
                <a:latin typeface="Arial"/>
                <a:ea typeface="Arial"/>
                <a:cs typeface="Arial"/>
                <a:sym typeface="Arial"/>
              </a:rPr>
              <a:t>TS. Nguyễn Tấn Trần Minh Khang</a:t>
            </a:r>
            <a:endParaRPr/>
          </a:p>
          <a:p>
            <a:pPr marL="457148" marR="0" lvl="0" indent="-457148" algn="l" rtl="0">
              <a:spcBef>
                <a:spcPts val="0"/>
              </a:spcBef>
              <a:spcAft>
                <a:spcPts val="0"/>
              </a:spcAft>
              <a:buClr>
                <a:srgbClr val="FF0000"/>
              </a:buClr>
              <a:buSzPts val="2400"/>
              <a:buFont typeface="Arial"/>
              <a:buAutoNum type="arabicPeriod"/>
            </a:pPr>
            <a:r>
              <a:rPr lang="en-US" sz="2400">
                <a:solidFill>
                  <a:srgbClr val="FF0000"/>
                </a:solidFill>
                <a:latin typeface="Arial"/>
                <a:ea typeface="Arial"/>
                <a:cs typeface="Arial"/>
                <a:sym typeface="Arial"/>
              </a:rPr>
              <a:t>ThS. Võ Duy Nguyên</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38"/>
        <p:cNvGrpSpPr/>
        <p:nvPr/>
      </p:nvGrpSpPr>
      <p:grpSpPr>
        <a:xfrm>
          <a:off x="0" y="0"/>
          <a:ext cx="0" cy="0"/>
          <a:chOff x="0" y="0"/>
          <a:chExt cx="0" cy="0"/>
        </a:xfrm>
      </p:grpSpPr>
      <p:sp>
        <p:nvSpPr>
          <p:cNvPr id="39" name="Google Shape;39;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17"/>
          <p:cNvSpPr txBox="1">
            <a:spLocks noGrp="1"/>
          </p:cNvSpPr>
          <p:nvPr>
            <p:ph type="body" idx="1"/>
          </p:nvPr>
        </p:nvSpPr>
        <p:spPr>
          <a:xfrm>
            <a:off x="609600" y="1600202"/>
            <a:ext cx="10972800" cy="4286862"/>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1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2" name="Google Shape;42;p1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17"/>
          <p:cNvSpPr txBox="1">
            <a:spLocks noGrp="1"/>
          </p:cNvSpPr>
          <p:nvPr>
            <p:ph type="body" idx="2"/>
          </p:nvPr>
        </p:nvSpPr>
        <p:spPr>
          <a:xfrm>
            <a:off x="609600" y="5887064"/>
            <a:ext cx="10972800" cy="258096"/>
          </a:xfrm>
          <a:prstGeom prst="rect">
            <a:avLst/>
          </a:prstGeom>
          <a:noFill/>
          <a:ln>
            <a:noFill/>
          </a:ln>
        </p:spPr>
        <p:txBody>
          <a:bodyPr spcFirstLastPara="1" wrap="square" lIns="91425" tIns="45700" rIns="91425" bIns="45700" anchor="t" anchorCtr="0">
            <a:noAutofit/>
          </a:bodyPr>
          <a:lstStyle>
            <a:lvl1pPr marL="457200" lvl="0" indent="-330200" algn="l">
              <a:spcBef>
                <a:spcPts val="320"/>
              </a:spcBef>
              <a:spcAft>
                <a:spcPts val="0"/>
              </a:spcAft>
              <a:buClr>
                <a:srgbClr val="0066FF"/>
              </a:buClr>
              <a:buSzPts val="1600"/>
              <a:buChar char="─"/>
              <a:defRPr sz="1600">
                <a:latin typeface="Courier New"/>
                <a:ea typeface="Courier New"/>
                <a:cs typeface="Courier New"/>
                <a:sym typeface="Courier New"/>
              </a:defRPr>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44"/>
        <p:cNvGrpSpPr/>
        <p:nvPr/>
      </p:nvGrpSpPr>
      <p:grpSpPr>
        <a:xfrm>
          <a:off x="0" y="0"/>
          <a:ext cx="0" cy="0"/>
          <a:chOff x="0" y="0"/>
          <a:chExt cx="0" cy="0"/>
        </a:xfrm>
      </p:grpSpPr>
      <p:sp>
        <p:nvSpPr>
          <p:cNvPr id="45" name="Google Shape;45;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18"/>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AutoNum type="arabicPeriod"/>
              <a:defRPr sz="2800">
                <a:solidFill>
                  <a:schemeClr val="dk1"/>
                </a:solidFill>
                <a:latin typeface="Courier New"/>
                <a:ea typeface="Courier New"/>
                <a:cs typeface="Courier New"/>
                <a:sym typeface="Courier New"/>
              </a:defRPr>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381000" algn="l">
              <a:spcBef>
                <a:spcPts val="480"/>
              </a:spcBef>
              <a:spcAft>
                <a:spcPts val="0"/>
              </a:spcAft>
              <a:buClr>
                <a:schemeClr val="dk1"/>
              </a:buClr>
              <a:buSzPts val="2400"/>
              <a:buFont typeface="Arial"/>
              <a:buChar char="–"/>
              <a:defRPr sz="2400"/>
            </a:lvl4pPr>
            <a:lvl5pPr marL="2286000" lvl="4" indent="-381000" algn="l">
              <a:spcBef>
                <a:spcPts val="480"/>
              </a:spcBef>
              <a:spcAft>
                <a:spcPts val="0"/>
              </a:spcAft>
              <a:buClr>
                <a:schemeClr val="dk1"/>
              </a:buClr>
              <a:buSzPts val="2400"/>
              <a:buFont typeface="Arial"/>
              <a:buChar char="»"/>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7" name="Google Shape;47;p1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8" name="Google Shape;48;p1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9"/>
          <p:cNvSpPr txBox="1">
            <a:spLocks noGrp="1"/>
          </p:cNvSpPr>
          <p:nvPr>
            <p:ph type="body" idx="1"/>
          </p:nvPr>
        </p:nvSpPr>
        <p:spPr>
          <a:xfrm>
            <a:off x="609600" y="1600202"/>
            <a:ext cx="10972800" cy="4286862"/>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Font typeface="Arial"/>
              <a:buAutoNum type="arabicPeriod"/>
              <a:defRPr sz="2800">
                <a:latin typeface="Courier New"/>
                <a:ea typeface="Courier New"/>
                <a:cs typeface="Courier New"/>
                <a:sym typeface="Courier New"/>
              </a:defRPr>
            </a:lvl1pPr>
            <a:lvl2pPr marL="914400" lvl="1" indent="-406400" algn="l">
              <a:spcBef>
                <a:spcPts val="560"/>
              </a:spcBef>
              <a:spcAft>
                <a:spcPts val="0"/>
              </a:spcAft>
              <a:buClr>
                <a:srgbClr val="0066FF"/>
              </a:buClr>
              <a:buSzPts val="2800"/>
              <a:buFont typeface="Arial"/>
              <a:buAutoNum type="arabicPeriod"/>
              <a:defRPr sz="2800">
                <a:latin typeface="Courier New"/>
                <a:ea typeface="Courier New"/>
                <a:cs typeface="Courier New"/>
                <a:sym typeface="Courier New"/>
              </a:defRPr>
            </a:lvl2pPr>
            <a:lvl3pPr marL="1371600" lvl="2" indent="-381000" algn="l">
              <a:spcBef>
                <a:spcPts val="480"/>
              </a:spcBef>
              <a:spcAft>
                <a:spcPts val="0"/>
              </a:spcAft>
              <a:buClr>
                <a:srgbClr val="0066FF"/>
              </a:buClr>
              <a:buSzPts val="2400"/>
              <a:buFont typeface="Arial"/>
              <a:buAutoNum type="arabicPeriod"/>
              <a:defRPr sz="2400">
                <a:latin typeface="Courier New"/>
                <a:ea typeface="Courier New"/>
                <a:cs typeface="Courier New"/>
                <a:sym typeface="Courier New"/>
              </a:defRPr>
            </a:lvl3pPr>
            <a:lvl4pPr marL="1828800" lvl="3" indent="-355600" algn="l">
              <a:spcBef>
                <a:spcPts val="400"/>
              </a:spcBef>
              <a:spcAft>
                <a:spcPts val="0"/>
              </a:spcAft>
              <a:buClr>
                <a:schemeClr val="dk1"/>
              </a:buClr>
              <a:buSzPts val="2000"/>
              <a:buFont typeface="Arial"/>
              <a:buAutoNum type="arabicPeriod"/>
              <a:defRPr sz="2000">
                <a:latin typeface="Courier New"/>
                <a:ea typeface="Courier New"/>
                <a:cs typeface="Courier New"/>
                <a:sym typeface="Courier New"/>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2" name="Google Shape;52;p19"/>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3" name="Google Shape;53;p1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4" name="Google Shape;54;p19"/>
          <p:cNvSpPr txBox="1">
            <a:spLocks noGrp="1"/>
          </p:cNvSpPr>
          <p:nvPr>
            <p:ph type="body" idx="2"/>
          </p:nvPr>
        </p:nvSpPr>
        <p:spPr>
          <a:xfrm>
            <a:off x="609600" y="5887064"/>
            <a:ext cx="10972800" cy="258096"/>
          </a:xfrm>
          <a:prstGeom prst="rect">
            <a:avLst/>
          </a:prstGeom>
          <a:noFill/>
          <a:ln>
            <a:noFill/>
          </a:ln>
        </p:spPr>
        <p:txBody>
          <a:bodyPr spcFirstLastPara="1" wrap="square" lIns="91425" tIns="45700" rIns="91425" bIns="45700" anchor="t" anchorCtr="0">
            <a:noAutofit/>
          </a:bodyPr>
          <a:lstStyle>
            <a:lvl1pPr marL="457200" lvl="0" indent="-330200" algn="l">
              <a:spcBef>
                <a:spcPts val="320"/>
              </a:spcBef>
              <a:spcAft>
                <a:spcPts val="0"/>
              </a:spcAft>
              <a:buClr>
                <a:srgbClr val="0066FF"/>
              </a:buClr>
              <a:buSzPts val="1600"/>
              <a:buChar char="─"/>
              <a:defRPr sz="1600">
                <a:latin typeface="Courier New"/>
                <a:ea typeface="Courier New"/>
                <a:cs typeface="Courier New"/>
                <a:sym typeface="Courier New"/>
              </a:defRPr>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55"/>
        <p:cNvGrpSpPr/>
        <p:nvPr/>
      </p:nvGrpSpPr>
      <p:grpSpPr>
        <a:xfrm>
          <a:off x="0" y="0"/>
          <a:ext cx="0" cy="0"/>
          <a:chOff x="0" y="0"/>
          <a:chExt cx="0" cy="0"/>
        </a:xfrm>
      </p:grpSpPr>
      <p:sp>
        <p:nvSpPr>
          <p:cNvPr id="56" name="Google Shape;56;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 name="Google Shape;57;p20"/>
          <p:cNvSpPr txBox="1">
            <a:spLocks noGrp="1"/>
          </p:cNvSpPr>
          <p:nvPr>
            <p:ph type="body" idx="1"/>
          </p:nvPr>
        </p:nvSpPr>
        <p:spPr>
          <a:xfrm>
            <a:off x="609600" y="1600201"/>
            <a:ext cx="10972800" cy="838199"/>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381000" algn="l">
              <a:spcBef>
                <a:spcPts val="480"/>
              </a:spcBef>
              <a:spcAft>
                <a:spcPts val="0"/>
              </a:spcAft>
              <a:buClr>
                <a:schemeClr val="dk1"/>
              </a:buClr>
              <a:buSzPts val="2400"/>
              <a:buFont typeface="Arial"/>
              <a:buChar char="–"/>
              <a:defRPr sz="2400"/>
            </a:lvl4pPr>
            <a:lvl5pPr marL="2286000" lvl="4" indent="-381000" algn="l">
              <a:spcBef>
                <a:spcPts val="480"/>
              </a:spcBef>
              <a:spcAft>
                <a:spcPts val="0"/>
              </a:spcAft>
              <a:buClr>
                <a:schemeClr val="dk1"/>
              </a:buClr>
              <a:buSzPts val="2400"/>
              <a:buFont typeface="Arial"/>
              <a:buChar char="»"/>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 name="Google Shape;58;p2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2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_Title and Content">
  <p:cSld name="10_Title and Content">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21"/>
          <p:cNvSpPr txBox="1">
            <a:spLocks noGrp="1"/>
          </p:cNvSpPr>
          <p:nvPr>
            <p:ph type="body" idx="1"/>
          </p:nvPr>
        </p:nvSpPr>
        <p:spPr>
          <a:xfrm>
            <a:off x="609600" y="1600201"/>
            <a:ext cx="8610600" cy="4525963"/>
          </a:xfrm>
          <a:prstGeom prst="rect">
            <a:avLst/>
          </a:prstGeom>
          <a:noFill/>
          <a:ln>
            <a:noFill/>
          </a:ln>
        </p:spPr>
        <p:txBody>
          <a:bodyPr spcFirstLastPara="1" wrap="square" lIns="91425" tIns="45700" rIns="91425" bIns="45700" anchor="t" anchorCtr="0">
            <a:noAutofit/>
          </a:bodyPr>
          <a:lstStyle>
            <a:lvl1pPr marL="457200" lvl="0" indent="-406400" algn="just">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2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4" name="Google Shape;64;p2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5" name="Google Shape;65;p21"/>
          <p:cNvSpPr txBox="1">
            <a:spLocks noGrp="1"/>
          </p:cNvSpPr>
          <p:nvPr>
            <p:ph type="body" idx="2"/>
          </p:nvPr>
        </p:nvSpPr>
        <p:spPr>
          <a:xfrm>
            <a:off x="9220200" y="1600200"/>
            <a:ext cx="23622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381000" algn="l">
              <a:spcBef>
                <a:spcPts val="480"/>
              </a:spcBef>
              <a:spcAft>
                <a:spcPts val="0"/>
              </a:spcAft>
              <a:buClr>
                <a:srgbClr val="0066FF"/>
              </a:buClr>
              <a:buSzPts val="2400"/>
              <a:buChar char="+"/>
              <a:defRPr sz="2400"/>
            </a:lvl2pPr>
            <a:lvl3pPr marL="1371600" lvl="2" indent="-342900" algn="l">
              <a:spcBef>
                <a:spcPts val="360"/>
              </a:spcBef>
              <a:spcAft>
                <a:spcPts val="0"/>
              </a:spcAft>
              <a:buClr>
                <a:srgbClr val="0066FF"/>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6"/>
        <p:cNvGrpSpPr/>
        <p:nvPr/>
      </p:nvGrpSpPr>
      <p:grpSpPr>
        <a:xfrm>
          <a:off x="0" y="0"/>
          <a:ext cx="0" cy="0"/>
          <a:chOff x="0" y="0"/>
          <a:chExt cx="0" cy="0"/>
        </a:xfrm>
      </p:grpSpPr>
      <p:sp>
        <p:nvSpPr>
          <p:cNvPr id="67" name="Google Shape;67;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22"/>
          <p:cNvSpPr txBox="1">
            <a:spLocks noGrp="1"/>
          </p:cNvSpPr>
          <p:nvPr>
            <p:ph type="body" idx="1"/>
          </p:nvPr>
        </p:nvSpPr>
        <p:spPr>
          <a:xfrm>
            <a:off x="609600" y="1600202"/>
            <a:ext cx="10972800" cy="3352799"/>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355600" algn="l">
              <a:spcBef>
                <a:spcPts val="400"/>
              </a:spcBef>
              <a:spcAft>
                <a:spcPts val="0"/>
              </a:spcAft>
              <a:buClr>
                <a:schemeClr val="dk1"/>
              </a:buClr>
              <a:buSzPts val="2000"/>
              <a:buFont typeface="Arial"/>
              <a:buChar char="–"/>
              <a:defRPr sz="20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2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 name="Google Shape;70;p2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1" name="Google Shape;71;p22"/>
          <p:cNvSpPr txBox="1">
            <a:spLocks noGrp="1"/>
          </p:cNvSpPr>
          <p:nvPr>
            <p:ph type="body" idx="2"/>
          </p:nvPr>
        </p:nvSpPr>
        <p:spPr>
          <a:xfrm>
            <a:off x="609600" y="5134896"/>
            <a:ext cx="10972800" cy="990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23"/>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640"/>
              </a:spcBef>
              <a:spcAft>
                <a:spcPts val="0"/>
              </a:spcAft>
              <a:buClr>
                <a:srgbClr val="0066FF"/>
              </a:buClr>
              <a:buSzPts val="3200"/>
              <a:buNone/>
              <a:defRPr sz="3200"/>
            </a:lvl1pPr>
            <a:lvl2pPr marL="914400" lvl="1" indent="-228600" algn="l">
              <a:spcBef>
                <a:spcPts val="360"/>
              </a:spcBef>
              <a:spcAft>
                <a:spcPts val="0"/>
              </a:spcAft>
              <a:buClr>
                <a:srgbClr val="0066FF"/>
              </a:buClr>
              <a:buSzPts val="1800"/>
              <a:buNone/>
              <a:defRPr sz="1800"/>
            </a:lvl2pPr>
            <a:lvl3pPr marL="1371600" lvl="2" indent="-228600" algn="l">
              <a:spcBef>
                <a:spcPts val="320"/>
              </a:spcBef>
              <a:spcAft>
                <a:spcPts val="0"/>
              </a:spcAft>
              <a:buClr>
                <a:srgbClr val="0066FF"/>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75" name="Google Shape;75;p2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2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77"/>
        <p:cNvGrpSpPr/>
        <p:nvPr/>
      </p:nvGrpSpPr>
      <p:grpSpPr>
        <a:xfrm>
          <a:off x="0" y="0"/>
          <a:ext cx="0" cy="0"/>
          <a:chOff x="0" y="0"/>
          <a:chExt cx="0" cy="0"/>
        </a:xfrm>
      </p:grpSpPr>
      <p:sp>
        <p:nvSpPr>
          <p:cNvPr id="78" name="Google Shape;78;p24"/>
          <p:cNvSpPr txBox="1">
            <a:spLocks noGrp="1"/>
          </p:cNvSpPr>
          <p:nvPr>
            <p:ph type="body" idx="1"/>
          </p:nvPr>
        </p:nvSpPr>
        <p:spPr>
          <a:xfrm>
            <a:off x="6197600" y="1066801"/>
            <a:ext cx="5994400" cy="50593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79" name="Google Shape;79;p2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0" name="Google Shape;80;p2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24"/>
          <p:cNvSpPr txBox="1">
            <a:spLocks noGrp="1"/>
          </p:cNvSpPr>
          <p:nvPr>
            <p:ph type="body" idx="2"/>
          </p:nvPr>
        </p:nvSpPr>
        <p:spPr>
          <a:xfrm>
            <a:off x="6197600" y="76202"/>
            <a:ext cx="5994400" cy="838199"/>
          </a:xfrm>
          <a:prstGeom prst="rect">
            <a:avLst/>
          </a:prstGeom>
          <a:solidFill>
            <a:srgbClr val="00B0F0"/>
          </a:solid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Two Content">
  <p:cSld name="4_Two Content">
    <p:spTree>
      <p:nvGrpSpPr>
        <p:cNvPr id="1" name="Shape 82"/>
        <p:cNvGrpSpPr/>
        <p:nvPr/>
      </p:nvGrpSpPr>
      <p:grpSpPr>
        <a:xfrm>
          <a:off x="0" y="0"/>
          <a:ext cx="0" cy="0"/>
          <a:chOff x="0" y="0"/>
          <a:chExt cx="0" cy="0"/>
        </a:xfrm>
      </p:grpSpPr>
      <p:sp>
        <p:nvSpPr>
          <p:cNvPr id="83" name="Google Shape;83;p25"/>
          <p:cNvSpPr txBox="1">
            <a:spLocks noGrp="1"/>
          </p:cNvSpPr>
          <p:nvPr>
            <p:ph type="body" idx="1"/>
          </p:nvPr>
        </p:nvSpPr>
        <p:spPr>
          <a:xfrm>
            <a:off x="6197600" y="1066801"/>
            <a:ext cx="3022600" cy="50593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84" name="Google Shape;84;p2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5" name="Google Shape;85;p2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6" name="Google Shape;86;p25"/>
          <p:cNvSpPr txBox="1">
            <a:spLocks noGrp="1"/>
          </p:cNvSpPr>
          <p:nvPr>
            <p:ph type="body" idx="2"/>
          </p:nvPr>
        </p:nvSpPr>
        <p:spPr>
          <a:xfrm>
            <a:off x="6197600" y="76202"/>
            <a:ext cx="5994400" cy="838199"/>
          </a:xfrm>
          <a:prstGeom prst="rect">
            <a:avLst/>
          </a:prstGeom>
          <a:solidFill>
            <a:srgbClr val="00B0F0"/>
          </a:solidFill>
          <a:ln>
            <a:noFill/>
          </a:ln>
        </p:spPr>
        <p:txBody>
          <a:bodyPr spcFirstLastPara="1" wrap="square" lIns="91425" tIns="45700" rIns="91425" bIns="45700" anchor="t" anchorCtr="0">
            <a:noAutofit/>
          </a:bodyPr>
          <a:lstStyle>
            <a:lvl1pPr marL="457200" lvl="0" indent="-228600" algn="l">
              <a:spcBef>
                <a:spcPts val="560"/>
              </a:spcBef>
              <a:spcAft>
                <a:spcPts val="0"/>
              </a:spcAft>
              <a:buClr>
                <a:srgbClr val="0066FF"/>
              </a:buClr>
              <a:buSzPts val="2800"/>
              <a:buNone/>
              <a:defRPr sz="2800"/>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87" name="Google Shape;87;p25"/>
          <p:cNvSpPr txBox="1">
            <a:spLocks noGrp="1"/>
          </p:cNvSpPr>
          <p:nvPr>
            <p:ph type="body" idx="3"/>
          </p:nvPr>
        </p:nvSpPr>
        <p:spPr>
          <a:xfrm>
            <a:off x="9239864" y="1066800"/>
            <a:ext cx="2952136" cy="50593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wo Content">
  <p:cSld name="3_Two Content">
    <p:spTree>
      <p:nvGrpSpPr>
        <p:cNvPr id="1" name="Shape 88"/>
        <p:cNvGrpSpPr/>
        <p:nvPr/>
      </p:nvGrpSpPr>
      <p:grpSpPr>
        <a:xfrm>
          <a:off x="0" y="0"/>
          <a:ext cx="0" cy="0"/>
          <a:chOff x="0" y="0"/>
          <a:chExt cx="0" cy="0"/>
        </a:xfrm>
      </p:grpSpPr>
      <p:sp>
        <p:nvSpPr>
          <p:cNvPr id="89" name="Google Shape;89;p26"/>
          <p:cNvSpPr txBox="1">
            <a:spLocks noGrp="1"/>
          </p:cNvSpPr>
          <p:nvPr>
            <p:ph type="body" idx="1"/>
          </p:nvPr>
        </p:nvSpPr>
        <p:spPr>
          <a:xfrm>
            <a:off x="6197600" y="685800"/>
            <a:ext cx="5994400" cy="5440364"/>
          </a:xfrm>
          <a:prstGeom prst="rect">
            <a:avLst/>
          </a:prstGeom>
          <a:solidFill>
            <a:schemeClr val="lt1"/>
          </a:solid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90" name="Google Shape;90;p2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1" name="Google Shape;91;p2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92"/>
        <p:cNvGrpSpPr/>
        <p:nvPr/>
      </p:nvGrpSpPr>
      <p:grpSpPr>
        <a:xfrm>
          <a:off x="0" y="0"/>
          <a:ext cx="0" cy="0"/>
          <a:chOff x="0" y="0"/>
          <a:chExt cx="0" cy="0"/>
        </a:xfrm>
      </p:grpSpPr>
      <p:sp>
        <p:nvSpPr>
          <p:cNvPr id="93" name="Google Shape;93;p27"/>
          <p:cNvSpPr txBox="1">
            <a:spLocks noGrp="1"/>
          </p:cNvSpPr>
          <p:nvPr>
            <p:ph type="body" idx="1"/>
          </p:nvPr>
        </p:nvSpPr>
        <p:spPr>
          <a:xfrm>
            <a:off x="6197600" y="0"/>
            <a:ext cx="5994400" cy="6172200"/>
          </a:xfrm>
          <a:prstGeom prst="rect">
            <a:avLst/>
          </a:prstGeom>
          <a:solidFill>
            <a:schemeClr val="lt1"/>
          </a:solid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94" name="Google Shape;94;p2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5" name="Google Shape;95;p2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_Two Content">
  <p:cSld name="5_Two Content">
    <p:spTree>
      <p:nvGrpSpPr>
        <p:cNvPr id="1" name="Shape 96"/>
        <p:cNvGrpSpPr/>
        <p:nvPr/>
      </p:nvGrpSpPr>
      <p:grpSpPr>
        <a:xfrm>
          <a:off x="0" y="0"/>
          <a:ext cx="0" cy="0"/>
          <a:chOff x="0" y="0"/>
          <a:chExt cx="0" cy="0"/>
        </a:xfrm>
      </p:grpSpPr>
      <p:sp>
        <p:nvSpPr>
          <p:cNvPr id="97" name="Google Shape;97;p2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99" name="Google Shape;99;p28"/>
          <p:cNvSpPr txBox="1">
            <a:spLocks noGrp="1"/>
          </p:cNvSpPr>
          <p:nvPr>
            <p:ph type="body" idx="2"/>
          </p:nvPr>
        </p:nvSpPr>
        <p:spPr>
          <a:xfrm>
            <a:off x="6197600" y="1600201"/>
            <a:ext cx="59944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00" name="Google Shape;100;p2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1" name="Google Shape;101;p2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8_Two Content">
  <p:cSld name="8_Two Content">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05" name="Google Shape;105;p29"/>
          <p:cNvSpPr txBox="1">
            <a:spLocks noGrp="1"/>
          </p:cNvSpPr>
          <p:nvPr>
            <p:ph type="body" idx="2"/>
          </p:nvPr>
        </p:nvSpPr>
        <p:spPr>
          <a:xfrm>
            <a:off x="6197600" y="1600201"/>
            <a:ext cx="59944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06" name="Google Shape;106;p29"/>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7" name="Google Shape;107;p2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1_Two Content">
  <p:cSld name="11_Two Content">
    <p:spTree>
      <p:nvGrpSpPr>
        <p:cNvPr id="1" name="Shape 108"/>
        <p:cNvGrpSpPr/>
        <p:nvPr/>
      </p:nvGrpSpPr>
      <p:grpSpPr>
        <a:xfrm>
          <a:off x="0" y="0"/>
          <a:ext cx="0" cy="0"/>
          <a:chOff x="0" y="0"/>
          <a:chExt cx="0" cy="0"/>
        </a:xfrm>
      </p:grpSpPr>
      <p:sp>
        <p:nvSpPr>
          <p:cNvPr id="109" name="Google Shape;109;p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0" name="Google Shape;110;p30"/>
          <p:cNvSpPr txBox="1">
            <a:spLocks noGrp="1"/>
          </p:cNvSpPr>
          <p:nvPr>
            <p:ph type="body" idx="1"/>
          </p:nvPr>
        </p:nvSpPr>
        <p:spPr>
          <a:xfrm>
            <a:off x="6197600" y="1600201"/>
            <a:ext cx="59944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11" name="Google Shape;111;p3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12" name="Google Shape;112;p3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6_Two Content">
  <p:cSld name="6_Two Content">
    <p:spTree>
      <p:nvGrpSpPr>
        <p:cNvPr id="1" name="Shape 113"/>
        <p:cNvGrpSpPr/>
        <p:nvPr/>
      </p:nvGrpSpPr>
      <p:grpSpPr>
        <a:xfrm>
          <a:off x="0" y="0"/>
          <a:ext cx="0" cy="0"/>
          <a:chOff x="0" y="0"/>
          <a:chExt cx="0" cy="0"/>
        </a:xfrm>
      </p:grpSpPr>
      <p:sp>
        <p:nvSpPr>
          <p:cNvPr id="114" name="Google Shape;114;p3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5" name="Google Shape;115;p31"/>
          <p:cNvSpPr txBox="1">
            <a:spLocks noGrp="1"/>
          </p:cNvSpPr>
          <p:nvPr>
            <p:ph type="body" idx="1"/>
          </p:nvPr>
        </p:nvSpPr>
        <p:spPr>
          <a:xfrm>
            <a:off x="0" y="1600201"/>
            <a:ext cx="59944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16" name="Google Shape;116;p31"/>
          <p:cNvSpPr txBox="1">
            <a:spLocks noGrp="1"/>
          </p:cNvSpPr>
          <p:nvPr>
            <p:ph type="body" idx="2"/>
          </p:nvPr>
        </p:nvSpPr>
        <p:spPr>
          <a:xfrm>
            <a:off x="6197600" y="1600201"/>
            <a:ext cx="59944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17" name="Google Shape;117;p3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18" name="Google Shape;118;p3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119"/>
        <p:cNvGrpSpPr/>
        <p:nvPr/>
      </p:nvGrpSpPr>
      <p:grpSpPr>
        <a:xfrm>
          <a:off x="0" y="0"/>
          <a:ext cx="0" cy="0"/>
          <a:chOff x="0" y="0"/>
          <a:chExt cx="0" cy="0"/>
        </a:xfrm>
      </p:grpSpPr>
      <p:sp>
        <p:nvSpPr>
          <p:cNvPr id="120" name="Google Shape;120;p3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1" name="Google Shape;121;p3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2" name="Google Shape;122;p3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3" name="Google Shape;123;p32"/>
          <p:cNvSpPr txBox="1">
            <a:spLocks noGrp="1"/>
          </p:cNvSpPr>
          <p:nvPr>
            <p:ph type="body" idx="1"/>
          </p:nvPr>
        </p:nvSpPr>
        <p:spPr>
          <a:xfrm>
            <a:off x="609600" y="5887064"/>
            <a:ext cx="10972800" cy="258096"/>
          </a:xfrm>
          <a:prstGeom prst="rect">
            <a:avLst/>
          </a:prstGeom>
          <a:noFill/>
          <a:ln>
            <a:noFill/>
          </a:ln>
        </p:spPr>
        <p:txBody>
          <a:bodyPr spcFirstLastPara="1" wrap="square" lIns="91425" tIns="45700" rIns="91425" bIns="45700" anchor="t" anchorCtr="0">
            <a:noAutofit/>
          </a:bodyPr>
          <a:lstStyle>
            <a:lvl1pPr marL="457200" lvl="0" indent="-330200" algn="l">
              <a:spcBef>
                <a:spcPts val="320"/>
              </a:spcBef>
              <a:spcAft>
                <a:spcPts val="0"/>
              </a:spcAft>
              <a:buClr>
                <a:srgbClr val="0066FF"/>
              </a:buClr>
              <a:buSzPts val="1600"/>
              <a:buChar char="─"/>
              <a:defRPr sz="1600">
                <a:latin typeface="Courier New"/>
                <a:ea typeface="Courier New"/>
                <a:cs typeface="Courier New"/>
                <a:sym typeface="Courier New"/>
              </a:defRPr>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4" name="Google Shape;124;p32"/>
          <p:cNvSpPr txBox="1">
            <a:spLocks noGrp="1"/>
          </p:cNvSpPr>
          <p:nvPr>
            <p:ph type="body" idx="2"/>
          </p:nvPr>
        </p:nvSpPr>
        <p:spPr>
          <a:xfrm>
            <a:off x="609600" y="1700266"/>
            <a:ext cx="5384800" cy="4086734"/>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25" name="Google Shape;125;p32"/>
          <p:cNvSpPr txBox="1">
            <a:spLocks noGrp="1"/>
          </p:cNvSpPr>
          <p:nvPr>
            <p:ph type="body" idx="3"/>
          </p:nvPr>
        </p:nvSpPr>
        <p:spPr>
          <a:xfrm>
            <a:off x="6197600" y="1700266"/>
            <a:ext cx="5384800" cy="4086734"/>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7_Title and Content">
  <p:cSld name="7_Title and Content">
    <p:spTree>
      <p:nvGrpSpPr>
        <p:cNvPr id="1" name="Shape 126"/>
        <p:cNvGrpSpPr/>
        <p:nvPr/>
      </p:nvGrpSpPr>
      <p:grpSpPr>
        <a:xfrm>
          <a:off x="0" y="0"/>
          <a:ext cx="0" cy="0"/>
          <a:chOff x="0" y="0"/>
          <a:chExt cx="0" cy="0"/>
        </a:xfrm>
      </p:grpSpPr>
      <p:sp>
        <p:nvSpPr>
          <p:cNvPr id="127" name="Google Shape;127;p3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8" name="Google Shape;128;p3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9" name="Google Shape;129;p3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0" name="Google Shape;130;p33"/>
          <p:cNvSpPr txBox="1">
            <a:spLocks noGrp="1"/>
          </p:cNvSpPr>
          <p:nvPr>
            <p:ph type="body" idx="1"/>
          </p:nvPr>
        </p:nvSpPr>
        <p:spPr>
          <a:xfrm>
            <a:off x="0" y="5887064"/>
            <a:ext cx="12192000" cy="258096"/>
          </a:xfrm>
          <a:prstGeom prst="rect">
            <a:avLst/>
          </a:prstGeom>
          <a:noFill/>
          <a:ln>
            <a:noFill/>
          </a:ln>
        </p:spPr>
        <p:txBody>
          <a:bodyPr spcFirstLastPara="1" wrap="square" lIns="91425" tIns="45700" rIns="91425" bIns="45700" anchor="t" anchorCtr="0">
            <a:noAutofit/>
          </a:bodyPr>
          <a:lstStyle>
            <a:lvl1pPr marL="457200" lvl="0" indent="-330200" algn="l">
              <a:spcBef>
                <a:spcPts val="320"/>
              </a:spcBef>
              <a:spcAft>
                <a:spcPts val="0"/>
              </a:spcAft>
              <a:buClr>
                <a:srgbClr val="0066FF"/>
              </a:buClr>
              <a:buSzPts val="1600"/>
              <a:buChar char="─"/>
              <a:defRPr sz="1600">
                <a:latin typeface="Courier New"/>
                <a:ea typeface="Courier New"/>
                <a:cs typeface="Courier New"/>
                <a:sym typeface="Courier New"/>
              </a:defRPr>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1" name="Google Shape;131;p33"/>
          <p:cNvSpPr txBox="1">
            <a:spLocks noGrp="1"/>
          </p:cNvSpPr>
          <p:nvPr>
            <p:ph type="body" idx="2"/>
          </p:nvPr>
        </p:nvSpPr>
        <p:spPr>
          <a:xfrm>
            <a:off x="0" y="1700266"/>
            <a:ext cx="5994400" cy="4086734"/>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32" name="Google Shape;132;p33"/>
          <p:cNvSpPr txBox="1">
            <a:spLocks noGrp="1"/>
          </p:cNvSpPr>
          <p:nvPr>
            <p:ph type="body" idx="3"/>
          </p:nvPr>
        </p:nvSpPr>
        <p:spPr>
          <a:xfrm>
            <a:off x="6197600" y="1700266"/>
            <a:ext cx="5994400" cy="4086734"/>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7_Two Content">
  <p:cSld name="7_Two Content">
    <p:spTree>
      <p:nvGrpSpPr>
        <p:cNvPr id="1" name="Shape 133"/>
        <p:cNvGrpSpPr/>
        <p:nvPr/>
      </p:nvGrpSpPr>
      <p:grpSpPr>
        <a:xfrm>
          <a:off x="0" y="0"/>
          <a:ext cx="0" cy="0"/>
          <a:chOff x="0" y="0"/>
          <a:chExt cx="0" cy="0"/>
        </a:xfrm>
      </p:grpSpPr>
      <p:sp>
        <p:nvSpPr>
          <p:cNvPr id="134" name="Google Shape;134;p3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5" name="Google Shape;135;p34"/>
          <p:cNvSpPr txBox="1">
            <a:spLocks noGrp="1"/>
          </p:cNvSpPr>
          <p:nvPr>
            <p:ph type="body" idx="1"/>
          </p:nvPr>
        </p:nvSpPr>
        <p:spPr>
          <a:xfrm>
            <a:off x="0" y="1600201"/>
            <a:ext cx="5994400" cy="2285999"/>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36" name="Google Shape;136;p3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7" name="Google Shape;137;p3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8" name="Google Shape;138;p34"/>
          <p:cNvSpPr txBox="1">
            <a:spLocks noGrp="1"/>
          </p:cNvSpPr>
          <p:nvPr>
            <p:ph type="body" idx="2"/>
          </p:nvPr>
        </p:nvSpPr>
        <p:spPr>
          <a:xfrm>
            <a:off x="0" y="3886200"/>
            <a:ext cx="5994400" cy="2285999"/>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39" name="Google Shape;139;p34"/>
          <p:cNvSpPr txBox="1">
            <a:spLocks noGrp="1"/>
          </p:cNvSpPr>
          <p:nvPr>
            <p:ph type="body" idx="3"/>
          </p:nvPr>
        </p:nvSpPr>
        <p:spPr>
          <a:xfrm>
            <a:off x="6197600" y="1608826"/>
            <a:ext cx="5994400" cy="2285999"/>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40" name="Google Shape;140;p34"/>
          <p:cNvSpPr txBox="1">
            <a:spLocks noGrp="1"/>
          </p:cNvSpPr>
          <p:nvPr>
            <p:ph type="body" idx="4"/>
          </p:nvPr>
        </p:nvSpPr>
        <p:spPr>
          <a:xfrm>
            <a:off x="6197600" y="3894825"/>
            <a:ext cx="5994400" cy="2285999"/>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8_Title and Content">
  <p:cSld name="8_Title and Content">
    <p:spTree>
      <p:nvGrpSpPr>
        <p:cNvPr id="1" name="Shape 141"/>
        <p:cNvGrpSpPr/>
        <p:nvPr/>
      </p:nvGrpSpPr>
      <p:grpSpPr>
        <a:xfrm>
          <a:off x="0" y="0"/>
          <a:ext cx="0" cy="0"/>
          <a:chOff x="0" y="0"/>
          <a:chExt cx="0" cy="0"/>
        </a:xfrm>
      </p:grpSpPr>
      <p:sp>
        <p:nvSpPr>
          <p:cNvPr id="142" name="Google Shape;142;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35"/>
          <p:cNvSpPr txBox="1">
            <a:spLocks noGrp="1"/>
          </p:cNvSpPr>
          <p:nvPr>
            <p:ph type="body" idx="1"/>
          </p:nvPr>
        </p:nvSpPr>
        <p:spPr>
          <a:xfrm>
            <a:off x="0" y="1600202"/>
            <a:ext cx="3962400" cy="4286862"/>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3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5" name="Google Shape;145;p3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6" name="Google Shape;146;p35"/>
          <p:cNvSpPr txBox="1">
            <a:spLocks noGrp="1"/>
          </p:cNvSpPr>
          <p:nvPr>
            <p:ph type="body" idx="2"/>
          </p:nvPr>
        </p:nvSpPr>
        <p:spPr>
          <a:xfrm>
            <a:off x="0" y="5887064"/>
            <a:ext cx="12192000" cy="258096"/>
          </a:xfrm>
          <a:prstGeom prst="rect">
            <a:avLst/>
          </a:prstGeom>
          <a:noFill/>
          <a:ln>
            <a:noFill/>
          </a:ln>
        </p:spPr>
        <p:txBody>
          <a:bodyPr spcFirstLastPara="1" wrap="square" lIns="91425" tIns="45700" rIns="91425" bIns="45700" anchor="t" anchorCtr="0">
            <a:noAutofit/>
          </a:bodyPr>
          <a:lstStyle>
            <a:lvl1pPr marL="457200" lvl="0" indent="-330200" algn="l">
              <a:spcBef>
                <a:spcPts val="320"/>
              </a:spcBef>
              <a:spcAft>
                <a:spcPts val="0"/>
              </a:spcAft>
              <a:buClr>
                <a:srgbClr val="0066FF"/>
              </a:buClr>
              <a:buSzPts val="1600"/>
              <a:buChar char="─"/>
              <a:defRPr sz="1600">
                <a:latin typeface="Courier New"/>
                <a:ea typeface="Courier New"/>
                <a:cs typeface="Courier New"/>
                <a:sym typeface="Courier New"/>
              </a:defRPr>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7" name="Google Shape;147;p35"/>
          <p:cNvSpPr txBox="1">
            <a:spLocks noGrp="1"/>
          </p:cNvSpPr>
          <p:nvPr>
            <p:ph type="body" idx="3"/>
          </p:nvPr>
        </p:nvSpPr>
        <p:spPr>
          <a:xfrm>
            <a:off x="8229600" y="1600200"/>
            <a:ext cx="3962400" cy="4286862"/>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8" name="Google Shape;148;p35"/>
          <p:cNvSpPr txBox="1">
            <a:spLocks noGrp="1"/>
          </p:cNvSpPr>
          <p:nvPr>
            <p:ph type="body" idx="4"/>
          </p:nvPr>
        </p:nvSpPr>
        <p:spPr>
          <a:xfrm>
            <a:off x="4114800" y="1600200"/>
            <a:ext cx="3962400" cy="4286862"/>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_Two Content">
  <p:cSld name="9_Two Content">
    <p:spTree>
      <p:nvGrpSpPr>
        <p:cNvPr id="1" name="Shape 149"/>
        <p:cNvGrpSpPr/>
        <p:nvPr/>
      </p:nvGrpSpPr>
      <p:grpSpPr>
        <a:xfrm>
          <a:off x="0" y="0"/>
          <a:ext cx="0" cy="0"/>
          <a:chOff x="0" y="0"/>
          <a:chExt cx="0" cy="0"/>
        </a:xfrm>
      </p:grpSpPr>
      <p:sp>
        <p:nvSpPr>
          <p:cNvPr id="150" name="Google Shape;150;p3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1" name="Google Shape;151;p36"/>
          <p:cNvSpPr txBox="1">
            <a:spLocks noGrp="1"/>
          </p:cNvSpPr>
          <p:nvPr>
            <p:ph type="body" idx="1"/>
          </p:nvPr>
        </p:nvSpPr>
        <p:spPr>
          <a:xfrm>
            <a:off x="0" y="1600201"/>
            <a:ext cx="284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52" name="Google Shape;152;p3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3" name="Google Shape;153;p3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4" name="Google Shape;154;p36"/>
          <p:cNvSpPr txBox="1">
            <a:spLocks noGrp="1"/>
          </p:cNvSpPr>
          <p:nvPr>
            <p:ph type="body" idx="2"/>
          </p:nvPr>
        </p:nvSpPr>
        <p:spPr>
          <a:xfrm>
            <a:off x="3098800" y="1600200"/>
            <a:ext cx="284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55" name="Google Shape;155;p36"/>
          <p:cNvSpPr txBox="1">
            <a:spLocks noGrp="1"/>
          </p:cNvSpPr>
          <p:nvPr>
            <p:ph type="body" idx="3"/>
          </p:nvPr>
        </p:nvSpPr>
        <p:spPr>
          <a:xfrm>
            <a:off x="6210300" y="1600200"/>
            <a:ext cx="284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56" name="Google Shape;156;p36"/>
          <p:cNvSpPr txBox="1">
            <a:spLocks noGrp="1"/>
          </p:cNvSpPr>
          <p:nvPr>
            <p:ph type="body" idx="4"/>
          </p:nvPr>
        </p:nvSpPr>
        <p:spPr>
          <a:xfrm>
            <a:off x="9347200" y="1600200"/>
            <a:ext cx="284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0_Two Content">
  <p:cSld name="10_Two Content">
    <p:spTree>
      <p:nvGrpSpPr>
        <p:cNvPr id="1" name="Shape 157"/>
        <p:cNvGrpSpPr/>
        <p:nvPr/>
      </p:nvGrpSpPr>
      <p:grpSpPr>
        <a:xfrm>
          <a:off x="0" y="0"/>
          <a:ext cx="0" cy="0"/>
          <a:chOff x="0" y="0"/>
          <a:chExt cx="0" cy="0"/>
        </a:xfrm>
      </p:grpSpPr>
      <p:sp>
        <p:nvSpPr>
          <p:cNvPr id="158" name="Google Shape;158;p3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9" name="Google Shape;159;p37"/>
          <p:cNvSpPr txBox="1">
            <a:spLocks noGrp="1"/>
          </p:cNvSpPr>
          <p:nvPr>
            <p:ph type="body" idx="1"/>
          </p:nvPr>
        </p:nvSpPr>
        <p:spPr>
          <a:xfrm>
            <a:off x="609600" y="1600201"/>
            <a:ext cx="8077200" cy="990599"/>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0" name="Google Shape;160;p37"/>
          <p:cNvSpPr txBox="1">
            <a:spLocks noGrp="1"/>
          </p:cNvSpPr>
          <p:nvPr>
            <p:ph type="body" idx="2"/>
          </p:nvPr>
        </p:nvSpPr>
        <p:spPr>
          <a:xfrm>
            <a:off x="8763000" y="1600201"/>
            <a:ext cx="2819400" cy="990599"/>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1" name="Google Shape;161;p3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2" name="Google Shape;162;p3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3" name="Google Shape;163;p37"/>
          <p:cNvSpPr txBox="1">
            <a:spLocks noGrp="1"/>
          </p:cNvSpPr>
          <p:nvPr>
            <p:ph type="body" idx="3"/>
          </p:nvPr>
        </p:nvSpPr>
        <p:spPr>
          <a:xfrm>
            <a:off x="609600" y="2680855"/>
            <a:ext cx="8077200" cy="90054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4" name="Google Shape;164;p37"/>
          <p:cNvSpPr txBox="1">
            <a:spLocks noGrp="1"/>
          </p:cNvSpPr>
          <p:nvPr>
            <p:ph type="body" idx="4"/>
          </p:nvPr>
        </p:nvSpPr>
        <p:spPr>
          <a:xfrm>
            <a:off x="8763000" y="2680855"/>
            <a:ext cx="2819400" cy="90054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5" name="Google Shape;165;p37"/>
          <p:cNvSpPr txBox="1">
            <a:spLocks noGrp="1"/>
          </p:cNvSpPr>
          <p:nvPr>
            <p:ph type="body" idx="5"/>
          </p:nvPr>
        </p:nvSpPr>
        <p:spPr>
          <a:xfrm>
            <a:off x="609600" y="3733801"/>
            <a:ext cx="8077200" cy="990599"/>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6" name="Google Shape;166;p37"/>
          <p:cNvSpPr txBox="1">
            <a:spLocks noGrp="1"/>
          </p:cNvSpPr>
          <p:nvPr>
            <p:ph type="body" idx="6"/>
          </p:nvPr>
        </p:nvSpPr>
        <p:spPr>
          <a:xfrm>
            <a:off x="8763000" y="3733801"/>
            <a:ext cx="2819400" cy="990599"/>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7" name="Google Shape;167;p37"/>
          <p:cNvSpPr txBox="1">
            <a:spLocks noGrp="1"/>
          </p:cNvSpPr>
          <p:nvPr>
            <p:ph type="body" idx="7"/>
          </p:nvPr>
        </p:nvSpPr>
        <p:spPr>
          <a:xfrm>
            <a:off x="609600" y="4814455"/>
            <a:ext cx="8077200" cy="90054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68" name="Google Shape;168;p37"/>
          <p:cNvSpPr txBox="1">
            <a:spLocks noGrp="1"/>
          </p:cNvSpPr>
          <p:nvPr>
            <p:ph type="body" idx="8"/>
          </p:nvPr>
        </p:nvSpPr>
        <p:spPr>
          <a:xfrm>
            <a:off x="8763000" y="4814455"/>
            <a:ext cx="2819400" cy="90054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0066FF"/>
              </a:buClr>
              <a:buSzPts val="3200"/>
              <a:buChar char="─"/>
              <a:defRPr sz="3200"/>
            </a:lvl1pPr>
            <a:lvl2pPr marL="914400" lvl="1" indent="-406400" algn="l">
              <a:spcBef>
                <a:spcPts val="560"/>
              </a:spcBef>
              <a:spcAft>
                <a:spcPts val="0"/>
              </a:spcAft>
              <a:buClr>
                <a:srgbClr val="0066FF"/>
              </a:buClr>
              <a:buSzPts val="2800"/>
              <a:buChar char="+"/>
              <a:defRPr sz="2800"/>
            </a:lvl2pPr>
            <a:lvl3pPr marL="1371600" lvl="2" indent="-381000" algn="l">
              <a:spcBef>
                <a:spcPts val="480"/>
              </a:spcBef>
              <a:spcAft>
                <a:spcPts val="0"/>
              </a:spcAft>
              <a:buClr>
                <a:srgbClr val="0066FF"/>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69"/>
        <p:cNvGrpSpPr/>
        <p:nvPr/>
      </p:nvGrpSpPr>
      <p:grpSpPr>
        <a:xfrm>
          <a:off x="0" y="0"/>
          <a:ext cx="0" cy="0"/>
          <a:chOff x="0" y="0"/>
          <a:chExt cx="0" cy="0"/>
        </a:xfrm>
      </p:grpSpPr>
      <p:sp>
        <p:nvSpPr>
          <p:cNvPr id="170" name="Google Shape;170;p3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1" name="Google Shape;171;p38"/>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72" name="Google Shape;172;p38"/>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73" name="Google Shape;173;p38"/>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74" name="Google Shape;174;p38"/>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75" name="Google Shape;175;p3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6" name="Google Shape;176;p3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Comparison">
  <p:cSld name="2_Comparison">
    <p:spTree>
      <p:nvGrpSpPr>
        <p:cNvPr id="1" name="Shape 177"/>
        <p:cNvGrpSpPr/>
        <p:nvPr/>
      </p:nvGrpSpPr>
      <p:grpSpPr>
        <a:xfrm>
          <a:off x="0" y="0"/>
          <a:ext cx="0" cy="0"/>
          <a:chOff x="0" y="0"/>
          <a:chExt cx="0" cy="0"/>
        </a:xfrm>
      </p:grpSpPr>
      <p:sp>
        <p:nvSpPr>
          <p:cNvPr id="178" name="Google Shape;178;p3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9" name="Google Shape;179;p3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80" name="Google Shape;180;p3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81" name="Google Shape;181;p3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82" name="Google Shape;182;p39"/>
          <p:cNvSpPr txBox="1">
            <a:spLocks noGrp="1"/>
          </p:cNvSpPr>
          <p:nvPr>
            <p:ph type="body" idx="4"/>
          </p:nvPr>
        </p:nvSpPr>
        <p:spPr>
          <a:xfrm>
            <a:off x="6193368" y="2174875"/>
            <a:ext cx="5998632"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83" name="Google Shape;183;p39"/>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4" name="Google Shape;184;p3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185"/>
        <p:cNvGrpSpPr/>
        <p:nvPr/>
      </p:nvGrpSpPr>
      <p:grpSpPr>
        <a:xfrm>
          <a:off x="0" y="0"/>
          <a:ext cx="0" cy="0"/>
          <a:chOff x="0" y="0"/>
          <a:chExt cx="0" cy="0"/>
        </a:xfrm>
      </p:grpSpPr>
      <p:sp>
        <p:nvSpPr>
          <p:cNvPr id="186" name="Google Shape;186;p4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7" name="Google Shape;187;p40"/>
          <p:cNvSpPr txBox="1">
            <a:spLocks noGrp="1"/>
          </p:cNvSpPr>
          <p:nvPr>
            <p:ph type="body" idx="1"/>
          </p:nvPr>
        </p:nvSpPr>
        <p:spPr>
          <a:xfrm>
            <a:off x="609600" y="1535113"/>
            <a:ext cx="10972800"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88" name="Google Shape;188;p4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89" name="Google Shape;189;p40"/>
          <p:cNvSpPr txBox="1">
            <a:spLocks noGrp="1"/>
          </p:cNvSpPr>
          <p:nvPr>
            <p:ph type="body" idx="3"/>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solidFill>
                  <a:srgbClr val="0066FF"/>
                </a:solidFill>
              </a:defRPr>
            </a:lvl1pPr>
            <a:lvl2pPr marL="914400" lvl="1" indent="-406400" algn="l">
              <a:spcBef>
                <a:spcPts val="560"/>
              </a:spcBef>
              <a:spcAft>
                <a:spcPts val="0"/>
              </a:spcAft>
              <a:buClr>
                <a:srgbClr val="0066FF"/>
              </a:buClr>
              <a:buSzPts val="2800"/>
              <a:buChar char="+"/>
              <a:defRPr sz="2800">
                <a:solidFill>
                  <a:srgbClr val="0066FF"/>
                </a:solidFill>
              </a:defRPr>
            </a:lvl2pPr>
            <a:lvl3pPr marL="1371600" lvl="2" indent="-406400" algn="l">
              <a:spcBef>
                <a:spcPts val="560"/>
              </a:spcBef>
              <a:spcAft>
                <a:spcPts val="0"/>
              </a:spcAft>
              <a:buClr>
                <a:srgbClr val="0066FF"/>
              </a:buClr>
              <a:buSzPts val="2800"/>
              <a:buFont typeface="Arial"/>
              <a:buChar char="•"/>
              <a:defRPr sz="2800">
                <a:solidFill>
                  <a:srgbClr val="0066FF"/>
                </a:solidFill>
              </a:defRPr>
            </a:lvl3pPr>
            <a:lvl4pPr marL="1828800" lvl="3" indent="-406400" algn="l">
              <a:spcBef>
                <a:spcPts val="560"/>
              </a:spcBef>
              <a:spcAft>
                <a:spcPts val="0"/>
              </a:spcAft>
              <a:buClr>
                <a:srgbClr val="0066FF"/>
              </a:buClr>
              <a:buSzPts val="2800"/>
              <a:buFont typeface="Arial"/>
              <a:buChar char="–"/>
              <a:defRPr sz="2800">
                <a:solidFill>
                  <a:srgbClr val="0066FF"/>
                </a:solidFill>
              </a:defRPr>
            </a:lvl4pPr>
            <a:lvl5pPr marL="2286000" lvl="4" indent="-406400" algn="l">
              <a:spcBef>
                <a:spcPts val="560"/>
              </a:spcBef>
              <a:spcAft>
                <a:spcPts val="0"/>
              </a:spcAft>
              <a:buClr>
                <a:srgbClr val="0066FF"/>
              </a:buClr>
              <a:buSzPts val="2800"/>
              <a:buFont typeface="Arial"/>
              <a:buChar char="»"/>
              <a:defRPr sz="2800">
                <a:solidFill>
                  <a:srgbClr val="0066FF"/>
                </a:solidFill>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90" name="Google Shape;190;p4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1" name="Google Shape;191;p4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_Comparison">
  <p:cSld name="3_Comparison">
    <p:spTree>
      <p:nvGrpSpPr>
        <p:cNvPr id="1" name="Shape 192"/>
        <p:cNvGrpSpPr/>
        <p:nvPr/>
      </p:nvGrpSpPr>
      <p:grpSpPr>
        <a:xfrm>
          <a:off x="0" y="0"/>
          <a:ext cx="0" cy="0"/>
          <a:chOff x="0" y="0"/>
          <a:chExt cx="0" cy="0"/>
        </a:xfrm>
      </p:grpSpPr>
      <p:sp>
        <p:nvSpPr>
          <p:cNvPr id="193" name="Google Shape;193;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41"/>
          <p:cNvSpPr txBox="1">
            <a:spLocks noGrp="1"/>
          </p:cNvSpPr>
          <p:nvPr>
            <p:ph type="body" idx="1"/>
          </p:nvPr>
        </p:nvSpPr>
        <p:spPr>
          <a:xfrm>
            <a:off x="609600" y="1535113"/>
            <a:ext cx="10972800"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95" name="Google Shape;195;p41"/>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96" name="Google Shape;196;p41"/>
          <p:cNvSpPr txBox="1">
            <a:spLocks noGrp="1"/>
          </p:cNvSpPr>
          <p:nvPr>
            <p:ph type="body" idx="3"/>
          </p:nvPr>
        </p:nvSpPr>
        <p:spPr>
          <a:xfrm>
            <a:off x="6193368" y="2174875"/>
            <a:ext cx="5998632"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97" name="Google Shape;197;p4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8" name="Google Shape;198;p4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omparison">
  <p:cSld name="4_Comparison">
    <p:spTree>
      <p:nvGrpSpPr>
        <p:cNvPr id="1" name="Shape 199"/>
        <p:cNvGrpSpPr/>
        <p:nvPr/>
      </p:nvGrpSpPr>
      <p:grpSpPr>
        <a:xfrm>
          <a:off x="0" y="0"/>
          <a:ext cx="0" cy="0"/>
          <a:chOff x="0" y="0"/>
          <a:chExt cx="0" cy="0"/>
        </a:xfrm>
      </p:grpSpPr>
      <p:sp>
        <p:nvSpPr>
          <p:cNvPr id="200" name="Google Shape;200;p4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1" name="Google Shape;201;p42"/>
          <p:cNvSpPr txBox="1">
            <a:spLocks noGrp="1"/>
          </p:cNvSpPr>
          <p:nvPr>
            <p:ph type="body" idx="1"/>
          </p:nvPr>
        </p:nvSpPr>
        <p:spPr>
          <a:xfrm>
            <a:off x="-2114" y="1535113"/>
            <a:ext cx="12194114" cy="6397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Clr>
                <a:srgbClr val="0066FF"/>
              </a:buClr>
              <a:buSzPts val="2800"/>
              <a:buNone/>
              <a:defRPr sz="2800" b="0"/>
            </a:lvl1pPr>
            <a:lvl2pPr marL="914400" lvl="1" indent="-228600" algn="l">
              <a:spcBef>
                <a:spcPts val="400"/>
              </a:spcBef>
              <a:spcAft>
                <a:spcPts val="0"/>
              </a:spcAft>
              <a:buClr>
                <a:srgbClr val="0066FF"/>
              </a:buClr>
              <a:buSzPts val="2000"/>
              <a:buNone/>
              <a:defRPr sz="2000" b="1"/>
            </a:lvl2pPr>
            <a:lvl3pPr marL="1371600" lvl="2" indent="-228600" algn="l">
              <a:spcBef>
                <a:spcPts val="360"/>
              </a:spcBef>
              <a:spcAft>
                <a:spcPts val="0"/>
              </a:spcAft>
              <a:buClr>
                <a:srgbClr val="0066FF"/>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202" name="Google Shape;202;p42"/>
          <p:cNvSpPr txBox="1">
            <a:spLocks noGrp="1"/>
          </p:cNvSpPr>
          <p:nvPr>
            <p:ph type="body" idx="2"/>
          </p:nvPr>
        </p:nvSpPr>
        <p:spPr>
          <a:xfrm>
            <a:off x="-2114" y="2174875"/>
            <a:ext cx="5998632"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203" name="Google Shape;203;p42"/>
          <p:cNvSpPr txBox="1">
            <a:spLocks noGrp="1"/>
          </p:cNvSpPr>
          <p:nvPr>
            <p:ph type="body" idx="3"/>
          </p:nvPr>
        </p:nvSpPr>
        <p:spPr>
          <a:xfrm>
            <a:off x="6193368" y="2174875"/>
            <a:ext cx="5998632" cy="3951288"/>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381000" algn="l">
              <a:spcBef>
                <a:spcPts val="480"/>
              </a:spcBef>
              <a:spcAft>
                <a:spcPts val="0"/>
              </a:spcAft>
              <a:buClr>
                <a:srgbClr val="0066FF"/>
              </a:buClr>
              <a:buSzPts val="2400"/>
              <a:buChar char="+"/>
              <a:defRPr sz="2400"/>
            </a:lvl2pPr>
            <a:lvl3pPr marL="1371600" lvl="2" indent="-355600" algn="l">
              <a:spcBef>
                <a:spcPts val="400"/>
              </a:spcBef>
              <a:spcAft>
                <a:spcPts val="0"/>
              </a:spcAft>
              <a:buClr>
                <a:srgbClr val="0066FF"/>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204" name="Google Shape;204;p4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5" name="Google Shape;205;p4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6"/>
        <p:cNvGrpSpPr/>
        <p:nvPr/>
      </p:nvGrpSpPr>
      <p:grpSpPr>
        <a:xfrm>
          <a:off x="0" y="0"/>
          <a:ext cx="0" cy="0"/>
          <a:chOff x="0" y="0"/>
          <a:chExt cx="0" cy="0"/>
        </a:xfrm>
      </p:grpSpPr>
      <p:sp>
        <p:nvSpPr>
          <p:cNvPr id="207" name="Google Shape;207;p4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8" name="Google Shape;208;p4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9" name="Google Shape;209;p4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0"/>
        <p:cNvGrpSpPr/>
        <p:nvPr/>
      </p:nvGrpSpPr>
      <p:grpSpPr>
        <a:xfrm>
          <a:off x="0" y="0"/>
          <a:ext cx="0" cy="0"/>
          <a:chOff x="0" y="0"/>
          <a:chExt cx="0" cy="0"/>
        </a:xfrm>
      </p:grpSpPr>
      <p:sp>
        <p:nvSpPr>
          <p:cNvPr id="211" name="Google Shape;211;p4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2" name="Google Shape;212;p4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3"/>
        <p:cNvGrpSpPr/>
        <p:nvPr/>
      </p:nvGrpSpPr>
      <p:grpSpPr>
        <a:xfrm>
          <a:off x="0" y="0"/>
          <a:ext cx="0" cy="0"/>
          <a:chOff x="0" y="0"/>
          <a:chExt cx="0" cy="0"/>
        </a:xfrm>
      </p:grpSpPr>
      <p:sp>
        <p:nvSpPr>
          <p:cNvPr id="214" name="Google Shape;214;p45"/>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8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5" name="Google Shape;215;p45"/>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406400" algn="l">
              <a:spcBef>
                <a:spcPts val="560"/>
              </a:spcBef>
              <a:spcAft>
                <a:spcPts val="0"/>
              </a:spcAft>
              <a:buClr>
                <a:schemeClr val="dk1"/>
              </a:buClr>
              <a:buSzPts val="2800"/>
              <a:buFont typeface="Arial"/>
              <a:buChar char="–"/>
              <a:defRPr sz="2800"/>
            </a:lvl4pPr>
            <a:lvl5pPr marL="2286000" lvl="4" indent="-406400" algn="l">
              <a:spcBef>
                <a:spcPts val="560"/>
              </a:spcBef>
              <a:spcAft>
                <a:spcPts val="0"/>
              </a:spcAft>
              <a:buClr>
                <a:schemeClr val="dk1"/>
              </a:buClr>
              <a:buSzPts val="2800"/>
              <a:buFont typeface="Arial"/>
              <a:buChar char="»"/>
              <a:defRPr sz="28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216" name="Google Shape;216;p45"/>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560"/>
              </a:spcBef>
              <a:spcAft>
                <a:spcPts val="0"/>
              </a:spcAft>
              <a:buClr>
                <a:srgbClr val="0066FF"/>
              </a:buClr>
              <a:buSzPts val="2800"/>
              <a:buNone/>
              <a:defRPr sz="2800"/>
            </a:lvl1pPr>
            <a:lvl2pPr marL="914400" lvl="1" indent="-228600" algn="l">
              <a:spcBef>
                <a:spcPts val="240"/>
              </a:spcBef>
              <a:spcAft>
                <a:spcPts val="0"/>
              </a:spcAft>
              <a:buClr>
                <a:srgbClr val="0066FF"/>
              </a:buClr>
              <a:buSzPts val="1200"/>
              <a:buNone/>
              <a:defRPr sz="1200"/>
            </a:lvl2pPr>
            <a:lvl3pPr marL="1371600" lvl="2" indent="-228600" algn="l">
              <a:spcBef>
                <a:spcPts val="200"/>
              </a:spcBef>
              <a:spcAft>
                <a:spcPts val="0"/>
              </a:spcAft>
              <a:buClr>
                <a:srgbClr val="0066FF"/>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217" name="Google Shape;217;p4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8" name="Google Shape;218;p4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9"/>
        <p:cNvGrpSpPr/>
        <p:nvPr/>
      </p:nvGrpSpPr>
      <p:grpSpPr>
        <a:xfrm>
          <a:off x="0" y="0"/>
          <a:ext cx="0" cy="0"/>
          <a:chOff x="0" y="0"/>
          <a:chExt cx="0" cy="0"/>
        </a:xfrm>
      </p:grpSpPr>
      <p:sp>
        <p:nvSpPr>
          <p:cNvPr id="220" name="Google Shape;220;p46"/>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1" name="Google Shape;221;p46"/>
          <p:cNvSpPr>
            <a:spLocks noGrp="1"/>
          </p:cNvSpPr>
          <p:nvPr>
            <p:ph type="pic" idx="2"/>
          </p:nvPr>
        </p:nvSpPr>
        <p:spPr>
          <a:xfrm>
            <a:off x="2389717" y="612775"/>
            <a:ext cx="7315200" cy="4114800"/>
          </a:xfrm>
          <a:prstGeom prst="rect">
            <a:avLst/>
          </a:prstGeom>
          <a:noFill/>
          <a:ln>
            <a:noFill/>
          </a:ln>
        </p:spPr>
      </p:sp>
      <p:sp>
        <p:nvSpPr>
          <p:cNvPr id="222" name="Google Shape;222;p4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rgbClr val="0066FF"/>
              </a:buClr>
              <a:buSzPts val="1400"/>
              <a:buNone/>
              <a:defRPr sz="1400"/>
            </a:lvl1pPr>
            <a:lvl2pPr marL="914400" lvl="1" indent="-228600" algn="l">
              <a:spcBef>
                <a:spcPts val="240"/>
              </a:spcBef>
              <a:spcAft>
                <a:spcPts val="0"/>
              </a:spcAft>
              <a:buClr>
                <a:srgbClr val="0066FF"/>
              </a:buClr>
              <a:buSzPts val="1200"/>
              <a:buNone/>
              <a:defRPr sz="1200"/>
            </a:lvl2pPr>
            <a:lvl3pPr marL="1371600" lvl="2" indent="-228600" algn="l">
              <a:spcBef>
                <a:spcPts val="200"/>
              </a:spcBef>
              <a:spcAft>
                <a:spcPts val="0"/>
              </a:spcAft>
              <a:buClr>
                <a:srgbClr val="0066FF"/>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223" name="Google Shape;223;p4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4" name="Google Shape;224;p4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5"/>
        <p:cNvGrpSpPr/>
        <p:nvPr/>
      </p:nvGrpSpPr>
      <p:grpSpPr>
        <a:xfrm>
          <a:off x="0" y="0"/>
          <a:ext cx="0" cy="0"/>
          <a:chOff x="0" y="0"/>
          <a:chExt cx="0" cy="0"/>
        </a:xfrm>
      </p:grpSpPr>
      <p:sp>
        <p:nvSpPr>
          <p:cNvPr id="226" name="Google Shape;226;p4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7" name="Google Shape;227;p47"/>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0066FF"/>
              </a:buClr>
              <a:buSzPts val="1800"/>
              <a:buChar char="─"/>
              <a:defRPr/>
            </a:lvl1pPr>
            <a:lvl2pPr marL="914400" lvl="1" indent="-342900" algn="l">
              <a:spcBef>
                <a:spcPts val="360"/>
              </a:spcBef>
              <a:spcAft>
                <a:spcPts val="0"/>
              </a:spcAft>
              <a:buClr>
                <a:srgbClr val="0066FF"/>
              </a:buClr>
              <a:buSzPts val="1800"/>
              <a:buChar char="+"/>
              <a:defRPr/>
            </a:lvl2pPr>
            <a:lvl3pPr marL="1371600" lvl="2" indent="-342900" algn="l">
              <a:spcBef>
                <a:spcPts val="360"/>
              </a:spcBef>
              <a:spcAft>
                <a:spcPts val="0"/>
              </a:spcAft>
              <a:buClr>
                <a:srgbClr val="0066FF"/>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8" name="Google Shape;228;p4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9" name="Google Shape;229;p4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0"/>
        <p:cNvGrpSpPr/>
        <p:nvPr/>
      </p:nvGrpSpPr>
      <p:grpSpPr>
        <a:xfrm>
          <a:off x="0" y="0"/>
          <a:ext cx="0" cy="0"/>
          <a:chOff x="0" y="0"/>
          <a:chExt cx="0" cy="0"/>
        </a:xfrm>
      </p:grpSpPr>
      <p:sp>
        <p:nvSpPr>
          <p:cNvPr id="231" name="Google Shape;231;p48"/>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2" name="Google Shape;232;p48"/>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0066FF"/>
              </a:buClr>
              <a:buSzPts val="1800"/>
              <a:buChar char="─"/>
              <a:defRPr/>
            </a:lvl1pPr>
            <a:lvl2pPr marL="914400" lvl="1" indent="-342900" algn="l">
              <a:spcBef>
                <a:spcPts val="360"/>
              </a:spcBef>
              <a:spcAft>
                <a:spcPts val="0"/>
              </a:spcAft>
              <a:buClr>
                <a:srgbClr val="0066FF"/>
              </a:buClr>
              <a:buSzPts val="1800"/>
              <a:buChar char="+"/>
              <a:defRPr/>
            </a:lvl2pPr>
            <a:lvl3pPr marL="1371600" lvl="2" indent="-342900" algn="l">
              <a:spcBef>
                <a:spcPts val="360"/>
              </a:spcBef>
              <a:spcAft>
                <a:spcPts val="0"/>
              </a:spcAft>
              <a:buClr>
                <a:srgbClr val="0066FF"/>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4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4" name="Google Shape;234;p4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35"/>
        <p:cNvGrpSpPr/>
        <p:nvPr/>
      </p:nvGrpSpPr>
      <p:grpSpPr>
        <a:xfrm>
          <a:off x="0" y="0"/>
          <a:ext cx="0" cy="0"/>
          <a:chOff x="0" y="0"/>
          <a:chExt cx="0" cy="0"/>
        </a:xfrm>
      </p:grpSpPr>
      <p:sp>
        <p:nvSpPr>
          <p:cNvPr id="236" name="Google Shape;236;p49"/>
          <p:cNvSpPr txBox="1">
            <a:spLocks noGrp="1"/>
          </p:cNvSpPr>
          <p:nvPr>
            <p:ph type="body" idx="1"/>
          </p:nvPr>
        </p:nvSpPr>
        <p:spPr>
          <a:xfrm>
            <a:off x="609600" y="228601"/>
            <a:ext cx="10972800" cy="58975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0066FF"/>
              </a:buClr>
              <a:buSzPts val="2800"/>
              <a:buChar char="─"/>
              <a:defRPr sz="2800"/>
            </a:lvl1pPr>
            <a:lvl2pPr marL="914400" lvl="1" indent="-406400" algn="l">
              <a:spcBef>
                <a:spcPts val="560"/>
              </a:spcBef>
              <a:spcAft>
                <a:spcPts val="0"/>
              </a:spcAft>
              <a:buClr>
                <a:srgbClr val="0066FF"/>
              </a:buClr>
              <a:buSzPts val="2800"/>
              <a:buChar char="+"/>
              <a:defRPr sz="2800"/>
            </a:lvl2pPr>
            <a:lvl3pPr marL="1371600" lvl="2" indent="-406400" algn="l">
              <a:spcBef>
                <a:spcPts val="560"/>
              </a:spcBef>
              <a:spcAft>
                <a:spcPts val="0"/>
              </a:spcAft>
              <a:buClr>
                <a:srgbClr val="0066FF"/>
              </a:buClr>
              <a:buSzPts val="2800"/>
              <a:buFont typeface="Arial"/>
              <a:buChar char="•"/>
              <a:defRPr sz="2800"/>
            </a:lvl3pPr>
            <a:lvl4pPr marL="1828800" lvl="3" indent="-381000" algn="l">
              <a:spcBef>
                <a:spcPts val="480"/>
              </a:spcBef>
              <a:spcAft>
                <a:spcPts val="0"/>
              </a:spcAft>
              <a:buClr>
                <a:schemeClr val="dk1"/>
              </a:buClr>
              <a:buSzPts val="2400"/>
              <a:buFont typeface="Arial"/>
              <a:buChar char="–"/>
              <a:defRPr sz="2400"/>
            </a:lvl4pPr>
            <a:lvl5pPr marL="2286000" lvl="4" indent="-381000" algn="l">
              <a:spcBef>
                <a:spcPts val="480"/>
              </a:spcBef>
              <a:spcAft>
                <a:spcPts val="0"/>
              </a:spcAft>
              <a:buClr>
                <a:schemeClr val="dk1"/>
              </a:buClr>
              <a:buSzPts val="2400"/>
              <a:buFont typeface="Arial"/>
              <a:buChar char="»"/>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237"/>
        <p:cNvGrpSpPr/>
        <p:nvPr/>
      </p:nvGrpSpPr>
      <p:grpSpPr>
        <a:xfrm>
          <a:off x="0" y="0"/>
          <a:ext cx="0" cy="0"/>
          <a:chOff x="0" y="0"/>
          <a:chExt cx="0" cy="0"/>
        </a:xfrm>
      </p:grpSpPr>
      <p:sp>
        <p:nvSpPr>
          <p:cNvPr id="238" name="Google Shape;238;p50"/>
          <p:cNvSpPr txBox="1">
            <a:spLocks noGrp="1"/>
          </p:cNvSpPr>
          <p:nvPr>
            <p:ph type="ctrTitle"/>
          </p:nvPr>
        </p:nvSpPr>
        <p:spPr>
          <a:xfrm>
            <a:off x="228600" y="2130426"/>
            <a:ext cx="11811000" cy="35083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9" name="Google Shape;239;p5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0" name="Google Shape;240;p5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40">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1" i="0" u="none" strike="noStrike" cap="none">
                <a:solidFill>
                  <a:srgbClr val="FF0000"/>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0066FF"/>
              </a:buClr>
              <a:buSzPts val="2800"/>
              <a:buFont typeface="Arial"/>
              <a:buChar char="─"/>
              <a:defRPr sz="2800" b="0" i="0" u="none" strike="noStrike" cap="none">
                <a:solidFill>
                  <a:srgbClr val="0066FF"/>
                </a:solidFill>
                <a:latin typeface="Arial"/>
                <a:ea typeface="Arial"/>
                <a:cs typeface="Arial"/>
                <a:sym typeface="Arial"/>
              </a:defRPr>
            </a:lvl1pPr>
            <a:lvl2pPr marL="914400" marR="0" lvl="1" indent="-406400" algn="l" rtl="0">
              <a:spcBef>
                <a:spcPts val="560"/>
              </a:spcBef>
              <a:spcAft>
                <a:spcPts val="0"/>
              </a:spcAft>
              <a:buClr>
                <a:srgbClr val="0066FF"/>
              </a:buClr>
              <a:buSzPts val="2800"/>
              <a:buFont typeface="Arial"/>
              <a:buChar char="+"/>
              <a:defRPr sz="2800" b="0" i="0" u="none" strike="noStrike" cap="none">
                <a:solidFill>
                  <a:srgbClr val="0066FF"/>
                </a:solidFill>
                <a:latin typeface="Arial"/>
                <a:ea typeface="Arial"/>
                <a:cs typeface="Arial"/>
                <a:sym typeface="Arial"/>
              </a:defRPr>
            </a:lvl2pPr>
            <a:lvl3pPr marL="1371600" marR="0" lvl="2" indent="-406400" algn="l" rtl="0">
              <a:spcBef>
                <a:spcPts val="560"/>
              </a:spcBef>
              <a:spcAft>
                <a:spcPts val="0"/>
              </a:spcAft>
              <a:buClr>
                <a:srgbClr val="0066FF"/>
              </a:buClr>
              <a:buSzPts val="2800"/>
              <a:buFont typeface="Arial"/>
              <a:buChar char="•"/>
              <a:defRPr sz="2800" b="0" i="0" u="none" strike="noStrike" cap="none">
                <a:solidFill>
                  <a:srgbClr val="0066FF"/>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12"/>
          <p:cNvSpPr/>
          <p:nvPr/>
        </p:nvSpPr>
        <p:spPr>
          <a:xfrm>
            <a:off x="0" y="6172200"/>
            <a:ext cx="12192000" cy="6858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 name="Google Shape;13;p12"/>
          <p:cNvSpPr txBox="1"/>
          <p:nvPr/>
        </p:nvSpPr>
        <p:spPr>
          <a:xfrm>
            <a:off x="0" y="6248400"/>
            <a:ext cx="12192000" cy="2539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50" b="1" i="0" u="none" strike="noStrike" cap="none">
                <a:solidFill>
                  <a:schemeClr val="lt1"/>
                </a:solidFill>
                <a:latin typeface="Arial"/>
                <a:ea typeface="Arial"/>
                <a:cs typeface="Arial"/>
                <a:sym typeface="Arial"/>
              </a:rPr>
              <a:t>TRƯỜNG ĐẠI HỌC CÔNG NGHỆ THÔNG TIN, KHU PHỐ 6, PHƯỜNG LINH TRUNG, QUẬN THỦ ĐỨC, TP. HỒ CHÍ MINH</a:t>
            </a:r>
            <a:endParaRPr sz="1050" b="1" i="0" u="none" strike="noStrike" cap="none">
              <a:solidFill>
                <a:schemeClr val="lt1"/>
              </a:solidFill>
              <a:latin typeface="Arial"/>
              <a:ea typeface="Arial"/>
              <a:cs typeface="Arial"/>
              <a:sym typeface="Arial"/>
            </a:endParaRPr>
          </a:p>
        </p:txBody>
      </p:sp>
      <p:sp>
        <p:nvSpPr>
          <p:cNvPr id="14" name="Google Shape;14;p12"/>
          <p:cNvSpPr txBox="1"/>
          <p:nvPr/>
        </p:nvSpPr>
        <p:spPr>
          <a:xfrm>
            <a:off x="1422400" y="6520190"/>
            <a:ext cx="9347200" cy="2616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chemeClr val="lt1"/>
                </a:solidFill>
                <a:latin typeface="Arial"/>
                <a:ea typeface="Arial"/>
                <a:cs typeface="Arial"/>
                <a:sym typeface="Arial"/>
              </a:rPr>
              <a:t>[T] 028 3725 2002 101     |     [F] 028 3725 2148     |     [W] www.uit.edu.vn     |     [E] info@uit.edu.vn</a:t>
            </a:r>
            <a:endParaRPr sz="1100" b="1" i="0" u="none" strike="noStrike" cap="none">
              <a:solidFill>
                <a:schemeClr val="lt1"/>
              </a:solidFill>
              <a:latin typeface="Arial"/>
              <a:ea typeface="Arial"/>
              <a:cs typeface="Arial"/>
              <a:sym typeface="Arial"/>
            </a:endParaRPr>
          </a:p>
        </p:txBody>
      </p:sp>
      <p:sp>
        <p:nvSpPr>
          <p:cNvPr id="15" name="Google Shape;15;p12"/>
          <p:cNvSpPr txBox="1"/>
          <p:nvPr/>
        </p:nvSpPr>
        <p:spPr>
          <a:xfrm>
            <a:off x="11379200" y="6324600"/>
            <a:ext cx="8128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a:t>
            </a:fld>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developer.imdb.com/non-commercial-datasets/" TargetMode="External"/><Relationship Id="rId5" Type="http://schemas.openxmlformats.org/officeDocument/2006/relationships/hyperlink" Target="https://www.kaggle.com/datasets/asaniczka/tmdb-movies-dataset-2023-930k-movies"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44"/>
        <p:cNvGrpSpPr/>
        <p:nvPr/>
      </p:nvGrpSpPr>
      <p:grpSpPr>
        <a:xfrm>
          <a:off x="0" y="0"/>
          <a:ext cx="0" cy="0"/>
          <a:chOff x="0" y="0"/>
          <a:chExt cx="0" cy="0"/>
        </a:xfrm>
      </p:grpSpPr>
      <p:sp>
        <p:nvSpPr>
          <p:cNvPr id="245" name="Google Shape;245;p1"/>
          <p:cNvSpPr txBox="1">
            <a:spLocks noGrp="1"/>
          </p:cNvSpPr>
          <p:nvPr>
            <p:ph type="title"/>
          </p:nvPr>
        </p:nvSpPr>
        <p:spPr>
          <a:xfrm>
            <a:off x="2465179" y="2216375"/>
            <a:ext cx="7062865" cy="2051544"/>
          </a:xfrm>
          <a:prstGeom prst="rect">
            <a:avLst/>
          </a:prstGeom>
          <a:noFill/>
          <a:ln>
            <a:noFill/>
          </a:ln>
        </p:spPr>
        <p:txBody>
          <a:bodyPr spcFirstLastPara="1" wrap="square" lIns="91425" tIns="45700" rIns="91425" bIns="45700" anchor="ctr" anchorCtr="0">
            <a:noAutofit/>
          </a:bodyPr>
          <a:lstStyle/>
          <a:p>
            <a:pPr>
              <a:lnSpc>
                <a:spcPct val="150000"/>
              </a:lnSpc>
            </a:pPr>
            <a:r>
              <a:rPr lang="en-US" sz="3200" dirty="0"/>
              <a:t>DỰ BÁO KHẢ NĂNG TÀI CHÍNH CÁ NHÂN THEO NGÀNH NGHỀ</a:t>
            </a:r>
            <a:endParaRPr dirty="0"/>
          </a:p>
        </p:txBody>
      </p:sp>
      <p:sp>
        <p:nvSpPr>
          <p:cNvPr id="246" name="Google Shape;246;p1"/>
          <p:cNvSpPr txBox="1">
            <a:spLocks noGrp="1"/>
          </p:cNvSpPr>
          <p:nvPr>
            <p:ph type="body" idx="1"/>
          </p:nvPr>
        </p:nvSpPr>
        <p:spPr>
          <a:xfrm>
            <a:off x="5816002" y="4660314"/>
            <a:ext cx="6018646" cy="974330"/>
          </a:xfrm>
          <a:prstGeom prst="rect">
            <a:avLst/>
          </a:prstGeom>
          <a:noFill/>
          <a:ln>
            <a:noFill/>
          </a:ln>
        </p:spPr>
        <p:txBody>
          <a:bodyPr spcFirstLastPara="1" wrap="square" lIns="91425" tIns="45700" rIns="91425" bIns="45700" anchor="t" anchorCtr="0">
            <a:noAutofit/>
          </a:bodyPr>
          <a:lstStyle/>
          <a:p>
            <a:pPr marL="514350" lvl="0" indent="-514350" algn="l" rtl="0">
              <a:spcBef>
                <a:spcPts val="0"/>
              </a:spcBef>
              <a:spcAft>
                <a:spcPts val="0"/>
              </a:spcAft>
              <a:buClr>
                <a:srgbClr val="0066FF"/>
              </a:buClr>
              <a:buSzPts val="2400"/>
              <a:buAutoNum type="arabicPeriod"/>
            </a:pPr>
            <a:r>
              <a:rPr lang="en-US" sz="2400" i="1" dirty="0"/>
              <a:t>Phạm Phúc Hậu                230101042</a:t>
            </a:r>
            <a:endParaRPr dirty="0"/>
          </a:p>
          <a:p>
            <a:pPr marL="514350" lvl="0" indent="-514350" algn="l" rtl="0">
              <a:spcBef>
                <a:spcPts val="480"/>
              </a:spcBef>
              <a:spcAft>
                <a:spcPts val="0"/>
              </a:spcAft>
              <a:buClr>
                <a:srgbClr val="0066FF"/>
              </a:buClr>
              <a:buSzPts val="2400"/>
              <a:buAutoNum type="arabicPeriod"/>
            </a:pPr>
            <a:r>
              <a:rPr lang="en-US" sz="2400" i="1" dirty="0" err="1"/>
              <a:t>Thạch</a:t>
            </a:r>
            <a:r>
              <a:rPr lang="en-US" sz="2400" i="1" dirty="0"/>
              <a:t> </a:t>
            </a:r>
            <a:r>
              <a:rPr lang="en-US" sz="2400" i="1" dirty="0" err="1"/>
              <a:t>Trần</a:t>
            </a:r>
            <a:r>
              <a:rPr lang="en-US" sz="2400" i="1" dirty="0"/>
              <a:t> Khánh            230101075</a:t>
            </a:r>
            <a:endParaRPr dirty="0"/>
          </a:p>
          <a:p>
            <a:pPr marL="514350" indent="-514350">
              <a:spcBef>
                <a:spcPts val="480"/>
              </a:spcBef>
              <a:buSzPts val="2400"/>
              <a:buFont typeface="Arial"/>
              <a:buAutoNum type="arabicPeriod"/>
            </a:pPr>
            <a:r>
              <a:rPr lang="en-US" sz="2400" i="1" dirty="0" err="1"/>
              <a:t>Nguyễn</a:t>
            </a:r>
            <a:r>
              <a:rPr lang="en-US" sz="2400" i="1" dirty="0"/>
              <a:t> </a:t>
            </a:r>
            <a:r>
              <a:rPr lang="en-US" sz="2400" i="1" dirty="0" err="1"/>
              <a:t>Hữu</a:t>
            </a:r>
            <a:r>
              <a:rPr lang="en-US" sz="2400" i="1" dirty="0"/>
              <a:t> </a:t>
            </a:r>
            <a:r>
              <a:rPr lang="en-US" sz="2400" i="1" dirty="0" err="1"/>
              <a:t>Quốc</a:t>
            </a:r>
            <a:r>
              <a:rPr lang="en-US" sz="2400" i="1" dirty="0"/>
              <a:t>            230104020</a:t>
            </a:r>
          </a:p>
          <a:p>
            <a:pPr marL="514350" indent="-514350">
              <a:spcBef>
                <a:spcPts val="480"/>
              </a:spcBef>
              <a:buSzPts val="2400"/>
              <a:buFont typeface="Arial"/>
              <a:buAutoNum type="arabicPeriod"/>
            </a:pPr>
            <a:r>
              <a:rPr lang="en-US" sz="2400" i="1" dirty="0" err="1"/>
              <a:t>Nguyễn</a:t>
            </a:r>
            <a:r>
              <a:rPr lang="en-US" sz="2400" i="1" dirty="0"/>
              <a:t> </a:t>
            </a:r>
            <a:r>
              <a:rPr lang="en-US" sz="2400" i="1" dirty="0" err="1"/>
              <a:t>Trần</a:t>
            </a:r>
            <a:r>
              <a:rPr lang="en-US" sz="2400" i="1" dirty="0"/>
              <a:t> Hoàng </a:t>
            </a:r>
            <a:r>
              <a:rPr lang="en-US" sz="2400" i="1" dirty="0" err="1"/>
              <a:t>Hiếu</a:t>
            </a:r>
            <a:r>
              <a:rPr lang="en-US" sz="2400" i="1" dirty="0"/>
              <a:t> 230104013</a:t>
            </a:r>
            <a:endParaRPr dirty="0"/>
          </a:p>
          <a:p>
            <a:pPr marL="0" lvl="0" indent="0" algn="l" rtl="0">
              <a:spcBef>
                <a:spcPts val="480"/>
              </a:spcBef>
              <a:spcAft>
                <a:spcPts val="0"/>
              </a:spcAft>
              <a:buClr>
                <a:srgbClr val="0066FF"/>
              </a:buClr>
              <a:buSzPts val="2400"/>
              <a:buNone/>
            </a:pPr>
            <a:endParaRPr sz="2400" i="1" dirty="0"/>
          </a:p>
        </p:txBody>
      </p:sp>
      <p:pic>
        <p:nvPicPr>
          <p:cNvPr id="247" name="Google Shape;247;p1"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48" name="Google Shape;248;p1"/>
          <p:cNvSpPr txBox="1"/>
          <p:nvPr/>
        </p:nvSpPr>
        <p:spPr>
          <a:xfrm>
            <a:off x="1324730" y="605504"/>
            <a:ext cx="9542540" cy="113184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1" i="0" u="none" strike="noStrike" cap="none">
                <a:solidFill>
                  <a:srgbClr val="0C0C0C"/>
                </a:solidFill>
                <a:latin typeface="Arial"/>
                <a:ea typeface="Arial"/>
                <a:cs typeface="Arial"/>
                <a:sym typeface="Arial"/>
              </a:rPr>
              <a:t>TRƯỜNG ĐẠI HỌC CÔNG NGHỆ THÔNG TIN</a:t>
            </a:r>
            <a:endParaRPr/>
          </a:p>
          <a:p>
            <a:pPr marL="0" marR="0" lvl="0" indent="0" algn="ctr" rtl="0">
              <a:lnSpc>
                <a:spcPct val="150000"/>
              </a:lnSpc>
              <a:spcBef>
                <a:spcPts val="0"/>
              </a:spcBef>
              <a:spcAft>
                <a:spcPts val="0"/>
              </a:spcAft>
              <a:buNone/>
            </a:pPr>
            <a:r>
              <a:rPr lang="en-US" sz="2400" b="1" i="0" u="none" strike="noStrike" cap="none">
                <a:solidFill>
                  <a:srgbClr val="0C0C0C"/>
                </a:solidFill>
                <a:latin typeface="Arial"/>
                <a:ea typeface="Arial"/>
                <a:cs typeface="Arial"/>
                <a:sym typeface="Arial"/>
              </a:rPr>
              <a:t>ĐẠI HỌC QUỐC GIA THÀNH PHỐ HCM</a:t>
            </a:r>
            <a:endParaRPr/>
          </a:p>
        </p:txBody>
      </p:sp>
      <p:sp>
        <p:nvSpPr>
          <p:cNvPr id="249" name="Google Shape;249;p1"/>
          <p:cNvSpPr txBox="1"/>
          <p:nvPr/>
        </p:nvSpPr>
        <p:spPr>
          <a:xfrm>
            <a:off x="442674" y="5139337"/>
            <a:ext cx="537332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1" u="none" strike="noStrike" cap="none" dirty="0">
                <a:solidFill>
                  <a:schemeClr val="dk1"/>
                </a:solidFill>
                <a:latin typeface="Arial"/>
                <a:ea typeface="Arial"/>
                <a:cs typeface="Arial"/>
                <a:sym typeface="Arial"/>
              </a:rPr>
              <a:t>GVHD: </a:t>
            </a:r>
            <a:r>
              <a:rPr lang="vi-VN" sz="2400" b="0" i="1" u="none" strike="noStrike" cap="none" dirty="0">
                <a:solidFill>
                  <a:schemeClr val="dk1"/>
                </a:solidFill>
                <a:latin typeface="Arial"/>
                <a:ea typeface="Arial"/>
                <a:cs typeface="Arial"/>
                <a:sym typeface="Arial"/>
              </a:rPr>
              <a:t>PGS.TS. Nguyễn Đình Hiển</a:t>
            </a:r>
            <a:endParaRPr lang="en-US" sz="2400" i="1" dirty="0">
              <a:solidFill>
                <a:schemeClr val="dk1"/>
              </a:solidFill>
              <a:latin typeface="Arial"/>
              <a:ea typeface="Arial"/>
              <a:cs typeface="Arial"/>
              <a:sym typeface="Arial"/>
            </a:endParaRPr>
          </a:p>
        </p:txBody>
      </p:sp>
      <p:sp>
        <p:nvSpPr>
          <p:cNvPr id="250" name="Google Shape;250;p1"/>
          <p:cNvSpPr txBox="1"/>
          <p:nvPr/>
        </p:nvSpPr>
        <p:spPr>
          <a:xfrm>
            <a:off x="11911013" y="6229350"/>
            <a:ext cx="280987"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u="none">
                <a:solidFill>
                  <a:srgbClr val="000000"/>
                </a:solidFill>
                <a:latin typeface="Arial"/>
                <a:ea typeface="Arial"/>
                <a:cs typeface="Arial"/>
                <a:sym typeface="Arial"/>
              </a:rPr>
              <a:t>1</a:t>
            </a:r>
            <a:endParaRPr sz="1800" b="0" u="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54"/>
        <p:cNvGrpSpPr/>
        <p:nvPr/>
      </p:nvGrpSpPr>
      <p:grpSpPr>
        <a:xfrm>
          <a:off x="0" y="0"/>
          <a:ext cx="0" cy="0"/>
          <a:chOff x="0" y="0"/>
          <a:chExt cx="0" cy="0"/>
        </a:xfrm>
      </p:grpSpPr>
      <p:pic>
        <p:nvPicPr>
          <p:cNvPr id="255" name="Google Shape;255;g3847199cd69_0_0"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56" name="Google Shape;256;g3847199cd69_0_0"/>
          <p:cNvSpPr txBox="1"/>
          <p:nvPr/>
        </p:nvSpPr>
        <p:spPr>
          <a:xfrm>
            <a:off x="2452895" y="334309"/>
            <a:ext cx="77205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1B09FF"/>
                </a:solidFill>
              </a:rPr>
              <a:t>Mục lục</a:t>
            </a:r>
            <a:endParaRPr/>
          </a:p>
        </p:txBody>
      </p:sp>
      <p:sp>
        <p:nvSpPr>
          <p:cNvPr id="257" name="Google Shape;257;g3847199cd69_0_0"/>
          <p:cNvSpPr txBox="1"/>
          <p:nvPr/>
        </p:nvSpPr>
        <p:spPr>
          <a:xfrm>
            <a:off x="11717519" y="6229350"/>
            <a:ext cx="4746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000000"/>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258" name="Google Shape;258;g3847199cd69_0_0"/>
          <p:cNvSpPr txBox="1">
            <a:spLocks noGrp="1"/>
          </p:cNvSpPr>
          <p:nvPr>
            <p:ph type="body" idx="1"/>
          </p:nvPr>
        </p:nvSpPr>
        <p:spPr>
          <a:xfrm>
            <a:off x="648275" y="1165150"/>
            <a:ext cx="9741300" cy="5429400"/>
          </a:xfrm>
          <a:prstGeom prst="rect">
            <a:avLst/>
          </a:prstGeom>
          <a:noFill/>
          <a:ln>
            <a:noFill/>
          </a:ln>
        </p:spPr>
        <p:txBody>
          <a:bodyPr spcFirstLastPara="1" wrap="square" lIns="91425" tIns="45700" rIns="91425" bIns="45700" anchor="t" anchorCtr="0">
            <a:noAutofit/>
          </a:bodyPr>
          <a:lstStyle/>
          <a:p>
            <a:pPr marL="457200" lvl="0" indent="-387350" algn="l" rtl="0">
              <a:lnSpc>
                <a:spcPct val="115000"/>
              </a:lnSpc>
              <a:spcBef>
                <a:spcPts val="440"/>
              </a:spcBef>
              <a:spcAft>
                <a:spcPts val="0"/>
              </a:spcAft>
              <a:buSzPts val="2500"/>
              <a:buAutoNum type="arabicPeriod"/>
            </a:pPr>
            <a:r>
              <a:rPr lang="en-US" sz="2500" b="1" dirty="0" err="1"/>
              <a:t>Giới</a:t>
            </a:r>
            <a:r>
              <a:rPr lang="en-US" sz="2500" b="1" dirty="0"/>
              <a:t> </a:t>
            </a:r>
            <a:r>
              <a:rPr lang="en-US" sz="2500" b="1" dirty="0" err="1"/>
              <a:t>thiệu</a:t>
            </a:r>
            <a:r>
              <a:rPr lang="en-US" sz="2500" b="1" dirty="0"/>
              <a:t> </a:t>
            </a:r>
            <a:r>
              <a:rPr lang="en-US" sz="2500" b="1" dirty="0" err="1"/>
              <a:t>bài</a:t>
            </a:r>
            <a:r>
              <a:rPr lang="en-US" sz="2500" b="1" dirty="0"/>
              <a:t> </a:t>
            </a:r>
            <a:r>
              <a:rPr lang="en-US" sz="2500" b="1" dirty="0" err="1"/>
              <a:t>toán</a:t>
            </a:r>
            <a:endParaRPr sz="2500" b="1" dirty="0"/>
          </a:p>
          <a:p>
            <a:pPr marL="457200" lvl="0" indent="-387350" algn="l" rtl="0">
              <a:lnSpc>
                <a:spcPct val="115000"/>
              </a:lnSpc>
              <a:spcBef>
                <a:spcPts val="0"/>
              </a:spcBef>
              <a:spcAft>
                <a:spcPts val="0"/>
              </a:spcAft>
              <a:buSzPts val="2500"/>
              <a:buAutoNum type="arabicPeriod"/>
            </a:pPr>
            <a:r>
              <a:rPr lang="en-US" sz="2500" b="1" dirty="0"/>
              <a:t>Thu </a:t>
            </a:r>
            <a:r>
              <a:rPr lang="en-US" sz="2500" b="1" dirty="0" err="1"/>
              <a:t>thập</a:t>
            </a:r>
            <a:r>
              <a:rPr lang="en-US" sz="2500" b="1" dirty="0"/>
              <a:t> tri </a:t>
            </a:r>
            <a:r>
              <a:rPr lang="en-US" sz="2500" b="1" dirty="0" err="1"/>
              <a:t>thức</a:t>
            </a:r>
            <a:endParaRPr lang="en-US" sz="2500" b="1" dirty="0"/>
          </a:p>
          <a:p>
            <a:pPr marL="457200" lvl="0" indent="-387350" algn="l" rtl="0">
              <a:lnSpc>
                <a:spcPct val="115000"/>
              </a:lnSpc>
              <a:spcBef>
                <a:spcPts val="0"/>
              </a:spcBef>
              <a:spcAft>
                <a:spcPts val="0"/>
              </a:spcAft>
              <a:buSzPts val="2500"/>
              <a:buAutoNum type="arabicPeriod"/>
            </a:pPr>
            <a:r>
              <a:rPr lang="en-US" sz="2500" b="1" dirty="0" err="1"/>
              <a:t>Thiết</a:t>
            </a:r>
            <a:r>
              <a:rPr lang="en-US" sz="2500" b="1" dirty="0"/>
              <a:t> </a:t>
            </a:r>
            <a:r>
              <a:rPr lang="en-US" sz="2500" b="1" dirty="0" err="1"/>
              <a:t>kế</a:t>
            </a:r>
            <a:r>
              <a:rPr lang="en-US" sz="2500" b="1" dirty="0"/>
              <a:t> CSDL tri </a:t>
            </a:r>
            <a:r>
              <a:rPr lang="en-US" sz="2500" b="1" dirty="0" err="1"/>
              <a:t>thức</a:t>
            </a:r>
            <a:endParaRPr lang="en-US" sz="2500" b="1" dirty="0"/>
          </a:p>
          <a:p>
            <a:pPr marL="457200" lvl="0" indent="-387350" algn="l" rtl="0">
              <a:lnSpc>
                <a:spcPct val="115000"/>
              </a:lnSpc>
              <a:spcBef>
                <a:spcPts val="0"/>
              </a:spcBef>
              <a:spcAft>
                <a:spcPts val="0"/>
              </a:spcAft>
              <a:buSzPts val="2500"/>
              <a:buAutoNum type="arabicPeriod"/>
            </a:pPr>
            <a:r>
              <a:rPr lang="en-US" sz="2500" b="1" dirty="0" err="1"/>
              <a:t>Thiết</a:t>
            </a:r>
            <a:r>
              <a:rPr lang="en-US" sz="2500" b="1" dirty="0"/>
              <a:t> </a:t>
            </a:r>
            <a:r>
              <a:rPr lang="en-US" sz="2500" b="1" dirty="0" err="1"/>
              <a:t>kế</a:t>
            </a:r>
            <a:r>
              <a:rPr lang="en-US" sz="2500" b="1" dirty="0"/>
              <a:t> </a:t>
            </a:r>
            <a:r>
              <a:rPr lang="en-US" sz="2500" b="1" dirty="0" err="1"/>
              <a:t>động</a:t>
            </a:r>
            <a:r>
              <a:rPr lang="en-US" sz="2500" b="1" dirty="0"/>
              <a:t> </a:t>
            </a:r>
            <a:r>
              <a:rPr lang="en-US" sz="2500" b="1" dirty="0" err="1"/>
              <a:t>cơ</a:t>
            </a:r>
            <a:r>
              <a:rPr lang="en-US" sz="2500" b="1" dirty="0"/>
              <a:t> </a:t>
            </a:r>
            <a:r>
              <a:rPr lang="en-US" sz="2500" b="1" dirty="0" err="1"/>
              <a:t>suy</a:t>
            </a:r>
            <a:r>
              <a:rPr lang="en-US" sz="2500" b="1" dirty="0"/>
              <a:t> </a:t>
            </a:r>
            <a:r>
              <a:rPr lang="en-US" sz="2500" b="1" dirty="0" err="1"/>
              <a:t>diễn</a:t>
            </a:r>
            <a:endParaRPr lang="en-US" sz="2500" b="1" dirty="0"/>
          </a:p>
          <a:p>
            <a:pPr marL="457200" lvl="0" indent="-387350" algn="l" rtl="0">
              <a:lnSpc>
                <a:spcPct val="115000"/>
              </a:lnSpc>
              <a:spcBef>
                <a:spcPts val="0"/>
              </a:spcBef>
              <a:spcAft>
                <a:spcPts val="0"/>
              </a:spcAft>
              <a:buSzPts val="2500"/>
              <a:buAutoNum type="arabicPeriod"/>
            </a:pPr>
            <a:r>
              <a:rPr lang="en-US" sz="2500" b="1" dirty="0" err="1"/>
              <a:t>Đánh</a:t>
            </a:r>
            <a:r>
              <a:rPr lang="en-US" sz="2500" b="1" dirty="0"/>
              <a:t> </a:t>
            </a:r>
            <a:r>
              <a:rPr lang="en-US" sz="2500" b="1" dirty="0" err="1"/>
              <a:t>giá</a:t>
            </a:r>
            <a:r>
              <a:rPr lang="en-US" sz="2500" b="1" dirty="0"/>
              <a:t> </a:t>
            </a:r>
            <a:r>
              <a:rPr lang="en-US" sz="2500" b="1" dirty="0" err="1"/>
              <a:t>mô</a:t>
            </a:r>
            <a:r>
              <a:rPr lang="en-US" sz="2500" b="1" dirty="0"/>
              <a:t> </a:t>
            </a:r>
            <a:r>
              <a:rPr lang="en-US" sz="2500" b="1" dirty="0" err="1"/>
              <a:t>hình</a:t>
            </a:r>
            <a:endParaRPr lang="en-US" sz="2500" b="1" dirty="0"/>
          </a:p>
          <a:p>
            <a:pPr marL="457200" lvl="0" indent="-387350" algn="l" rtl="0">
              <a:lnSpc>
                <a:spcPct val="115000"/>
              </a:lnSpc>
              <a:spcBef>
                <a:spcPts val="0"/>
              </a:spcBef>
              <a:spcAft>
                <a:spcPts val="0"/>
              </a:spcAft>
              <a:buSzPts val="2500"/>
              <a:buAutoNum type="arabicPeriod"/>
            </a:pPr>
            <a:r>
              <a:rPr lang="en-US" sz="2500" b="1" dirty="0"/>
              <a:t>Demo</a:t>
            </a:r>
          </a:p>
          <a:p>
            <a:pPr marL="457200" lvl="0" indent="-387350" algn="l" rtl="0">
              <a:lnSpc>
                <a:spcPct val="115000"/>
              </a:lnSpc>
              <a:spcBef>
                <a:spcPts val="0"/>
              </a:spcBef>
              <a:spcAft>
                <a:spcPts val="0"/>
              </a:spcAft>
              <a:buSzPts val="2500"/>
              <a:buAutoNum type="arabicPeriod"/>
            </a:pPr>
            <a:r>
              <a:rPr lang="en-US" sz="2500" b="1" dirty="0" err="1"/>
              <a:t>Tài</a:t>
            </a:r>
            <a:r>
              <a:rPr lang="en-US" sz="2500" b="1" dirty="0"/>
              <a:t> </a:t>
            </a:r>
            <a:r>
              <a:rPr lang="en-US" sz="2500" b="1" dirty="0" err="1"/>
              <a:t>liệu</a:t>
            </a:r>
            <a:r>
              <a:rPr lang="en-US" sz="2500" b="1" dirty="0"/>
              <a:t> </a:t>
            </a:r>
            <a:r>
              <a:rPr lang="en-US" sz="2500" b="1" dirty="0" err="1"/>
              <a:t>tham</a:t>
            </a:r>
            <a:r>
              <a:rPr lang="en-US" sz="2500" b="1" dirty="0"/>
              <a:t> </a:t>
            </a:r>
            <a:r>
              <a:rPr lang="en-US" sz="2500" b="1" dirty="0" err="1"/>
              <a:t>khảo</a:t>
            </a:r>
            <a:r>
              <a:rPr lang="en-US" sz="2500" b="1" dirty="0"/>
              <a:t>. </a:t>
            </a:r>
            <a:endParaRPr sz="25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62"/>
        <p:cNvGrpSpPr/>
        <p:nvPr/>
      </p:nvGrpSpPr>
      <p:grpSpPr>
        <a:xfrm>
          <a:off x="0" y="0"/>
          <a:ext cx="0" cy="0"/>
          <a:chOff x="0" y="0"/>
          <a:chExt cx="0" cy="0"/>
        </a:xfrm>
      </p:grpSpPr>
      <p:pic>
        <p:nvPicPr>
          <p:cNvPr id="263" name="Google Shape;263;p2"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64" name="Google Shape;264;p2"/>
          <p:cNvSpPr txBox="1"/>
          <p:nvPr/>
        </p:nvSpPr>
        <p:spPr>
          <a:xfrm>
            <a:off x="2452895" y="334309"/>
            <a:ext cx="7720552" cy="769441"/>
          </a:xfrm>
          <a:prstGeom prst="rect">
            <a:avLst/>
          </a:prstGeom>
          <a:noFill/>
          <a:ln>
            <a:noFill/>
          </a:ln>
        </p:spPr>
        <p:txBody>
          <a:bodyPr spcFirstLastPara="1" wrap="square" lIns="91425" tIns="45700" rIns="91425" bIns="45700" anchor="t" anchorCtr="0">
            <a:spAutoFit/>
          </a:bodyPr>
          <a:lstStyle/>
          <a:p>
            <a:pPr marL="457200" marR="0" lvl="0" indent="-508000" algn="ctr" rtl="0">
              <a:spcBef>
                <a:spcPts val="0"/>
              </a:spcBef>
              <a:spcAft>
                <a:spcPts val="0"/>
              </a:spcAft>
              <a:buClr>
                <a:srgbClr val="1B09FF"/>
              </a:buClr>
              <a:buSzPts val="4400"/>
              <a:buFont typeface="Arial"/>
              <a:buAutoNum type="arabicPeriod"/>
            </a:pPr>
            <a:r>
              <a:rPr lang="en-US" sz="4400" b="1" dirty="0" err="1">
                <a:solidFill>
                  <a:srgbClr val="1B09FF"/>
                </a:solidFill>
                <a:latin typeface="Arial"/>
                <a:ea typeface="Arial"/>
                <a:cs typeface="Arial"/>
                <a:sym typeface="Arial"/>
              </a:rPr>
              <a:t>Giới</a:t>
            </a:r>
            <a:r>
              <a:rPr lang="en-US" sz="4400" b="1" dirty="0">
                <a:solidFill>
                  <a:srgbClr val="1B09FF"/>
                </a:solidFill>
                <a:latin typeface="Arial"/>
                <a:ea typeface="Arial"/>
                <a:cs typeface="Arial"/>
                <a:sym typeface="Arial"/>
              </a:rPr>
              <a:t> </a:t>
            </a:r>
            <a:r>
              <a:rPr lang="en-US" sz="4400" b="1" dirty="0" err="1">
                <a:solidFill>
                  <a:srgbClr val="1B09FF"/>
                </a:solidFill>
                <a:latin typeface="Arial"/>
                <a:ea typeface="Arial"/>
                <a:cs typeface="Arial"/>
                <a:sym typeface="Arial"/>
              </a:rPr>
              <a:t>thiệu</a:t>
            </a:r>
            <a:r>
              <a:rPr lang="en-US" sz="4400" b="1" dirty="0">
                <a:solidFill>
                  <a:srgbClr val="1B09FF"/>
                </a:solidFill>
                <a:latin typeface="Arial"/>
                <a:ea typeface="Arial"/>
                <a:cs typeface="Arial"/>
                <a:sym typeface="Arial"/>
              </a:rPr>
              <a:t> </a:t>
            </a:r>
            <a:r>
              <a:rPr lang="en-US" sz="4400" b="1" dirty="0" err="1">
                <a:solidFill>
                  <a:srgbClr val="1B09FF"/>
                </a:solidFill>
                <a:latin typeface="Arial"/>
                <a:ea typeface="Arial"/>
                <a:cs typeface="Arial"/>
                <a:sym typeface="Arial"/>
              </a:rPr>
              <a:t>bài</a:t>
            </a:r>
            <a:r>
              <a:rPr lang="en-US" sz="4400" b="1" dirty="0">
                <a:solidFill>
                  <a:srgbClr val="1B09FF"/>
                </a:solidFill>
                <a:latin typeface="Arial"/>
                <a:ea typeface="Arial"/>
                <a:cs typeface="Arial"/>
                <a:sym typeface="Arial"/>
              </a:rPr>
              <a:t> </a:t>
            </a:r>
            <a:r>
              <a:rPr lang="en-US" sz="4400" b="1" dirty="0" err="1">
                <a:solidFill>
                  <a:srgbClr val="1B09FF"/>
                </a:solidFill>
                <a:latin typeface="Arial"/>
                <a:ea typeface="Arial"/>
                <a:cs typeface="Arial"/>
                <a:sym typeface="Arial"/>
              </a:rPr>
              <a:t>toán</a:t>
            </a:r>
            <a:endParaRPr dirty="0"/>
          </a:p>
        </p:txBody>
      </p:sp>
      <p:sp>
        <p:nvSpPr>
          <p:cNvPr id="265" name="Google Shape;265;p2"/>
          <p:cNvSpPr txBox="1"/>
          <p:nvPr/>
        </p:nvSpPr>
        <p:spPr>
          <a:xfrm>
            <a:off x="11717519" y="6229350"/>
            <a:ext cx="474482"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t>3</a:t>
            </a:r>
            <a:endParaRPr sz="1800">
              <a:solidFill>
                <a:schemeClr val="dk1"/>
              </a:solidFill>
              <a:latin typeface="Arial"/>
              <a:ea typeface="Arial"/>
              <a:cs typeface="Arial"/>
              <a:sym typeface="Arial"/>
            </a:endParaRPr>
          </a:p>
        </p:txBody>
      </p:sp>
      <p:sp>
        <p:nvSpPr>
          <p:cNvPr id="266" name="Google Shape;266;p2"/>
          <p:cNvSpPr txBox="1">
            <a:spLocks noGrp="1"/>
          </p:cNvSpPr>
          <p:nvPr>
            <p:ph type="body" idx="1"/>
          </p:nvPr>
        </p:nvSpPr>
        <p:spPr>
          <a:xfrm>
            <a:off x="658635" y="1248025"/>
            <a:ext cx="10383600" cy="5003400"/>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200"/>
              <a:buFont typeface="Calibri"/>
              <a:buChar char="-"/>
            </a:pPr>
            <a:r>
              <a:rPr lang="en-US" sz="2200" dirty="0"/>
              <a:t>Task : </a:t>
            </a:r>
            <a:r>
              <a:rPr lang="en-US" sz="2200" dirty="0" err="1"/>
              <a:t>Dự</a:t>
            </a:r>
            <a:r>
              <a:rPr lang="en-US" sz="2200" dirty="0"/>
              <a:t> </a:t>
            </a:r>
            <a:r>
              <a:rPr lang="en-US" sz="2200" dirty="0" err="1"/>
              <a:t>báo</a:t>
            </a:r>
            <a:r>
              <a:rPr lang="en-US" sz="2200" dirty="0"/>
              <a:t> </a:t>
            </a:r>
            <a:r>
              <a:rPr lang="en-US" sz="2200" dirty="0" err="1"/>
              <a:t>khả</a:t>
            </a:r>
            <a:r>
              <a:rPr lang="en-US" sz="2200" dirty="0"/>
              <a:t> </a:t>
            </a:r>
            <a:r>
              <a:rPr lang="en-US" sz="2200" dirty="0" err="1"/>
              <a:t>năng</a:t>
            </a:r>
            <a:r>
              <a:rPr lang="en-US" sz="2200" dirty="0"/>
              <a:t> </a:t>
            </a:r>
            <a:r>
              <a:rPr lang="en-US" sz="2200" dirty="0" err="1"/>
              <a:t>tài</a:t>
            </a:r>
            <a:r>
              <a:rPr lang="en-US" sz="2200" dirty="0"/>
              <a:t> </a:t>
            </a:r>
            <a:r>
              <a:rPr lang="en-US" sz="2200" dirty="0" err="1"/>
              <a:t>chính</a:t>
            </a:r>
            <a:r>
              <a:rPr lang="en-US" sz="2200" dirty="0"/>
              <a:t> </a:t>
            </a:r>
            <a:r>
              <a:rPr lang="en-US" sz="2200" dirty="0" err="1"/>
              <a:t>cá</a:t>
            </a:r>
            <a:r>
              <a:rPr lang="en-US" sz="2200" dirty="0"/>
              <a:t> </a:t>
            </a:r>
            <a:r>
              <a:rPr lang="en-US" sz="2200" dirty="0" err="1"/>
              <a:t>nhân</a:t>
            </a:r>
            <a:r>
              <a:rPr lang="en-US" sz="2200" dirty="0"/>
              <a:t> </a:t>
            </a:r>
            <a:r>
              <a:rPr lang="en-US" sz="2200" dirty="0" err="1"/>
              <a:t>theo</a:t>
            </a:r>
            <a:r>
              <a:rPr lang="en-US" sz="2200" dirty="0"/>
              <a:t> </a:t>
            </a:r>
            <a:r>
              <a:rPr lang="en-US" sz="2200" dirty="0" err="1"/>
              <a:t>ngành</a:t>
            </a:r>
            <a:r>
              <a:rPr lang="en-US" sz="2200" dirty="0"/>
              <a:t> </a:t>
            </a:r>
            <a:r>
              <a:rPr lang="en-US" sz="2200" dirty="0" err="1"/>
              <a:t>nghề</a:t>
            </a:r>
            <a:r>
              <a:rPr lang="en-US" sz="2200" dirty="0"/>
              <a:t> </a:t>
            </a:r>
            <a:r>
              <a:rPr lang="en-US" sz="2200" dirty="0" err="1"/>
              <a:t>và</a:t>
            </a:r>
            <a:r>
              <a:rPr lang="en-US" sz="2200" dirty="0"/>
              <a:t> </a:t>
            </a:r>
            <a:r>
              <a:rPr lang="en-US" sz="2200" dirty="0" err="1"/>
              <a:t>thu</a:t>
            </a:r>
            <a:r>
              <a:rPr lang="en-US" sz="2200" dirty="0"/>
              <a:t> </a:t>
            </a:r>
            <a:r>
              <a:rPr lang="en-US" sz="2200" dirty="0" err="1"/>
              <a:t>nhập</a:t>
            </a:r>
            <a:r>
              <a:rPr lang="en-US" sz="2200" dirty="0"/>
              <a:t>.</a:t>
            </a:r>
          </a:p>
          <a:p>
            <a:pPr marL="342900" indent="-342900">
              <a:spcBef>
                <a:spcPts val="0"/>
              </a:spcBef>
              <a:buSzPts val="2200"/>
              <a:buFont typeface="Calibri"/>
              <a:buChar char="-"/>
            </a:pPr>
            <a:endParaRPr lang="en-US" sz="2200" dirty="0"/>
          </a:p>
          <a:p>
            <a:pPr marL="342900" lvl="0" indent="-342900" algn="l" rtl="0">
              <a:spcBef>
                <a:spcPts val="440"/>
              </a:spcBef>
              <a:spcAft>
                <a:spcPts val="0"/>
              </a:spcAft>
              <a:buClr>
                <a:srgbClr val="0066FF"/>
              </a:buClr>
              <a:buSzPts val="2200"/>
              <a:buFont typeface="Calibri"/>
              <a:buChar char="-"/>
            </a:pPr>
            <a:r>
              <a:rPr lang="en-US" sz="2200" dirty="0"/>
              <a:t>INPUT : Thông tin </a:t>
            </a:r>
            <a:r>
              <a:rPr lang="en-US" sz="2200" dirty="0" err="1"/>
              <a:t>tài</a:t>
            </a:r>
            <a:r>
              <a:rPr lang="en-US" sz="2200" dirty="0"/>
              <a:t> </a:t>
            </a:r>
            <a:r>
              <a:rPr lang="en-US" sz="2200" dirty="0" err="1"/>
              <a:t>chính</a:t>
            </a:r>
            <a:r>
              <a:rPr lang="en-US" sz="2200" dirty="0"/>
              <a:t> </a:t>
            </a:r>
            <a:r>
              <a:rPr lang="en-US" sz="2200" dirty="0" err="1"/>
              <a:t>theo</a:t>
            </a:r>
            <a:r>
              <a:rPr lang="en-US" sz="2200" dirty="0"/>
              <a:t> </a:t>
            </a:r>
            <a:r>
              <a:rPr lang="en-US" sz="2200" dirty="0" err="1"/>
              <a:t>ngành</a:t>
            </a:r>
            <a:r>
              <a:rPr lang="en-US" sz="2200" dirty="0"/>
              <a:t> </a:t>
            </a:r>
            <a:r>
              <a:rPr lang="en-US" sz="2200" dirty="0" err="1"/>
              <a:t>nghề</a:t>
            </a:r>
            <a:r>
              <a:rPr lang="en-US" sz="2200" dirty="0"/>
              <a:t>.</a:t>
            </a:r>
            <a:endParaRPr sz="2200" dirty="0"/>
          </a:p>
          <a:p>
            <a:pPr marL="342900" lvl="0" indent="-342900" algn="l" rtl="0">
              <a:spcBef>
                <a:spcPts val="440"/>
              </a:spcBef>
              <a:spcAft>
                <a:spcPts val="0"/>
              </a:spcAft>
              <a:buClr>
                <a:srgbClr val="0066FF"/>
              </a:buClr>
              <a:buSzPts val="2200"/>
              <a:buFont typeface="Calibri"/>
              <a:buChar char="-"/>
            </a:pPr>
            <a:r>
              <a:rPr lang="en-US" sz="2200" dirty="0"/>
              <a:t>OUTPUT :</a:t>
            </a:r>
            <a:r>
              <a:rPr lang="en-US" sz="2200" dirty="0" err="1"/>
              <a:t>Phân</a:t>
            </a:r>
            <a:r>
              <a:rPr lang="en-US" sz="2200" dirty="0"/>
              <a:t> </a:t>
            </a:r>
            <a:r>
              <a:rPr lang="en-US" sz="2200" dirty="0" err="1"/>
              <a:t>loại</a:t>
            </a:r>
            <a:r>
              <a:rPr lang="en-US" sz="2200" dirty="0"/>
              <a:t> </a:t>
            </a:r>
            <a:r>
              <a:rPr lang="en-US" sz="2200" dirty="0" err="1"/>
              <a:t>điểm</a:t>
            </a:r>
            <a:r>
              <a:rPr lang="en-US" sz="2200" dirty="0"/>
              <a:t> </a:t>
            </a:r>
            <a:r>
              <a:rPr lang="en-US" sz="2200" dirty="0" err="1"/>
              <a:t>tín</a:t>
            </a:r>
            <a:r>
              <a:rPr lang="en-US" sz="2200" dirty="0"/>
              <a:t> </a:t>
            </a:r>
            <a:r>
              <a:rPr lang="en-US" sz="2200" dirty="0" err="1"/>
              <a:t>dụng</a:t>
            </a:r>
            <a:r>
              <a:rPr lang="en-US" sz="2200" dirty="0"/>
              <a:t> </a:t>
            </a:r>
            <a:r>
              <a:rPr lang="en-US" sz="2200" dirty="0" err="1"/>
              <a:t>theo</a:t>
            </a:r>
            <a:r>
              <a:rPr lang="en-US" sz="2200" dirty="0"/>
              <a:t> Good, Standard, Bad. </a:t>
            </a:r>
          </a:p>
          <a:p>
            <a:pPr marL="342900" lvl="0" indent="-342900" algn="l" rtl="0">
              <a:spcBef>
                <a:spcPts val="440"/>
              </a:spcBef>
              <a:spcAft>
                <a:spcPts val="0"/>
              </a:spcAft>
              <a:buClr>
                <a:srgbClr val="0066FF"/>
              </a:buClr>
              <a:buSzPts val="2200"/>
              <a:buFont typeface="Calibri"/>
              <a:buChar char="-"/>
            </a:pPr>
            <a:r>
              <a:rPr lang="en-US" sz="2200" dirty="0" err="1"/>
              <a:t>Loại</a:t>
            </a:r>
            <a:r>
              <a:rPr lang="en-US" sz="2200" dirty="0"/>
              <a:t> </a:t>
            </a:r>
            <a:r>
              <a:rPr lang="en-US" sz="2200" dirty="0" err="1"/>
              <a:t>mô</a:t>
            </a:r>
            <a:r>
              <a:rPr lang="en-US" sz="2200" dirty="0"/>
              <a:t> </a:t>
            </a:r>
            <a:r>
              <a:rPr lang="en-US" sz="2200" dirty="0" err="1"/>
              <a:t>hình</a:t>
            </a:r>
            <a:r>
              <a:rPr lang="en-US" sz="2200" dirty="0"/>
              <a:t> tri </a:t>
            </a:r>
            <a:r>
              <a:rPr lang="en-US" sz="2200" dirty="0" err="1"/>
              <a:t>thức</a:t>
            </a:r>
            <a:r>
              <a:rPr lang="en-US" sz="2200" dirty="0"/>
              <a:t>: </a:t>
            </a:r>
            <a:r>
              <a:rPr lang="en-US" sz="2200" dirty="0" err="1"/>
              <a:t>Hệ</a:t>
            </a:r>
            <a:r>
              <a:rPr lang="en-US" sz="2200" dirty="0"/>
              <a:t> </a:t>
            </a:r>
            <a:r>
              <a:rPr lang="en-US" sz="2200" dirty="0" err="1"/>
              <a:t>chuyên</a:t>
            </a:r>
            <a:r>
              <a:rPr lang="en-US" sz="2200" dirty="0"/>
              <a:t> </a:t>
            </a:r>
            <a:r>
              <a:rPr lang="en-US" sz="2200" dirty="0" err="1"/>
              <a:t>gia</a:t>
            </a:r>
            <a:r>
              <a:rPr lang="en-US" sz="2200" dirty="0"/>
              <a:t>. </a:t>
            </a:r>
            <a:endParaRPr sz="2200" dirty="0"/>
          </a:p>
          <a:p>
            <a:pPr marL="742950" lvl="1" indent="-146050" algn="l" rtl="0">
              <a:spcBef>
                <a:spcPts val="440"/>
              </a:spcBef>
              <a:spcAft>
                <a:spcPts val="0"/>
              </a:spcAft>
              <a:buClr>
                <a:srgbClr val="0066FF"/>
              </a:buClr>
              <a:buSzPts val="2200"/>
              <a:buFont typeface="Courier New"/>
              <a:buNone/>
            </a:pPr>
            <a:endParaRPr sz="2200" dirty="0"/>
          </a:p>
          <a:p>
            <a:pPr marL="342900" lvl="0" indent="-203200" algn="l" rtl="0">
              <a:spcBef>
                <a:spcPts val="440"/>
              </a:spcBef>
              <a:spcAft>
                <a:spcPts val="0"/>
              </a:spcAft>
              <a:buClr>
                <a:srgbClr val="0066FF"/>
              </a:buClr>
              <a:buSzPts val="2200"/>
              <a:buFont typeface="Calibri"/>
              <a:buNone/>
            </a:pPr>
            <a:endParaRPr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70"/>
        <p:cNvGrpSpPr/>
        <p:nvPr/>
      </p:nvGrpSpPr>
      <p:grpSpPr>
        <a:xfrm>
          <a:off x="0" y="0"/>
          <a:ext cx="0" cy="0"/>
          <a:chOff x="0" y="0"/>
          <a:chExt cx="0" cy="0"/>
        </a:xfrm>
      </p:grpSpPr>
      <p:pic>
        <p:nvPicPr>
          <p:cNvPr id="271" name="Google Shape;271;g38e61399b6e_0_7"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72" name="Google Shape;272;g38e61399b6e_0_7"/>
          <p:cNvSpPr txBox="1"/>
          <p:nvPr/>
        </p:nvSpPr>
        <p:spPr>
          <a:xfrm>
            <a:off x="2452895" y="334309"/>
            <a:ext cx="7720500" cy="984845"/>
          </a:xfrm>
          <a:prstGeom prst="rect">
            <a:avLst/>
          </a:prstGeom>
          <a:noFill/>
          <a:ln>
            <a:noFill/>
          </a:ln>
        </p:spPr>
        <p:txBody>
          <a:bodyPr spcFirstLastPara="1" wrap="square" lIns="91425" tIns="45700" rIns="91425" bIns="45700" anchor="t" anchorCtr="0">
            <a:spAutoFit/>
          </a:bodyPr>
          <a:lstStyle/>
          <a:p>
            <a:pPr algn="ctr"/>
            <a:r>
              <a:rPr lang="en-US" sz="4400" b="1" dirty="0">
                <a:solidFill>
                  <a:srgbClr val="1B09FF"/>
                </a:solidFill>
              </a:rPr>
              <a:t>2. Thu </a:t>
            </a:r>
            <a:r>
              <a:rPr lang="en-US" sz="4400" b="1" dirty="0" err="1">
                <a:solidFill>
                  <a:srgbClr val="1B09FF"/>
                </a:solidFill>
              </a:rPr>
              <a:t>thập</a:t>
            </a:r>
            <a:r>
              <a:rPr lang="en-US" sz="4400" b="1" dirty="0">
                <a:solidFill>
                  <a:srgbClr val="1B09FF"/>
                </a:solidFill>
              </a:rPr>
              <a:t> tri </a:t>
            </a:r>
            <a:r>
              <a:rPr lang="en-US" sz="4400" b="1" dirty="0" err="1">
                <a:solidFill>
                  <a:srgbClr val="1B09FF"/>
                </a:solidFill>
              </a:rPr>
              <a:t>thức</a:t>
            </a:r>
            <a:r>
              <a:rPr lang="en-US" sz="4400" b="1" dirty="0">
                <a:solidFill>
                  <a:srgbClr val="1B09FF"/>
                </a:solidFill>
              </a:rPr>
              <a:t>:</a:t>
            </a:r>
          </a:p>
          <a:p>
            <a:pPr algn="ctr"/>
            <a:endParaRPr dirty="0"/>
          </a:p>
        </p:txBody>
      </p:sp>
      <p:sp>
        <p:nvSpPr>
          <p:cNvPr id="273" name="Google Shape;273;g38e61399b6e_0_7"/>
          <p:cNvSpPr txBox="1"/>
          <p:nvPr/>
        </p:nvSpPr>
        <p:spPr>
          <a:xfrm>
            <a:off x="11717519" y="6229350"/>
            <a:ext cx="4746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t>4</a:t>
            </a:r>
            <a:endParaRPr sz="1800">
              <a:solidFill>
                <a:schemeClr val="dk1"/>
              </a:solidFill>
              <a:latin typeface="Arial"/>
              <a:ea typeface="Arial"/>
              <a:cs typeface="Arial"/>
              <a:sym typeface="Arial"/>
            </a:endParaRPr>
          </a:p>
        </p:txBody>
      </p:sp>
      <p:sp>
        <p:nvSpPr>
          <p:cNvPr id="3" name="Google Shape;283;p3">
            <a:extLst>
              <a:ext uri="{FF2B5EF4-FFF2-40B4-BE49-F238E27FC236}">
                <a16:creationId xmlns:a16="http://schemas.microsoft.com/office/drawing/2014/main" id="{5BDB6964-3952-3771-B1A3-582849C822C4}"/>
              </a:ext>
            </a:extLst>
          </p:cNvPr>
          <p:cNvSpPr txBox="1"/>
          <p:nvPr/>
        </p:nvSpPr>
        <p:spPr>
          <a:xfrm>
            <a:off x="238963" y="1266923"/>
            <a:ext cx="4093800" cy="4247276"/>
          </a:xfrm>
          <a:prstGeom prst="rect">
            <a:avLst/>
          </a:prstGeom>
          <a:noFill/>
          <a:ln>
            <a:noFill/>
          </a:ln>
        </p:spPr>
        <p:txBody>
          <a:bodyPr spcFirstLastPara="1" wrap="square" lIns="91425" tIns="45700" rIns="91425" bIns="45700" anchor="t" anchorCtr="0">
            <a:spAutoFit/>
          </a:bodyPr>
          <a:lstStyle/>
          <a:p>
            <a:r>
              <a:rPr lang="en-US" sz="1800" dirty="0" err="1">
                <a:solidFill>
                  <a:srgbClr val="000000"/>
                </a:solidFill>
                <a:effectLst/>
                <a:latin typeface="Helvetica" pitchFamily="2" charset="0"/>
              </a:rPr>
              <a:t>Miền</a:t>
            </a:r>
            <a:r>
              <a:rPr lang="en-US" sz="1800" dirty="0">
                <a:solidFill>
                  <a:srgbClr val="000000"/>
                </a:solidFill>
                <a:effectLst/>
                <a:latin typeface="Helvetica" pitchFamily="2" charset="0"/>
              </a:rPr>
              <a:t> tri </a:t>
            </a:r>
            <a:r>
              <a:rPr lang="en-US" sz="1800" dirty="0" err="1">
                <a:solidFill>
                  <a:srgbClr val="000000"/>
                </a:solidFill>
                <a:effectLst/>
                <a:latin typeface="Helvetica" pitchFamily="2" charset="0"/>
              </a:rPr>
              <a:t>thức</a:t>
            </a:r>
            <a:r>
              <a:rPr lang="en-US" sz="1800" dirty="0">
                <a:solidFill>
                  <a:srgbClr val="000000"/>
                </a:solidFill>
                <a:effectLst/>
                <a:latin typeface="Helvetica" pitchFamily="2" charset="0"/>
              </a:rPr>
              <a:t> : </a:t>
            </a:r>
            <a:r>
              <a:rPr lang="en-US" sz="1800" dirty="0" err="1">
                <a:solidFill>
                  <a:srgbClr val="000000"/>
                </a:solidFill>
                <a:effectLst/>
                <a:latin typeface="Helvetica" pitchFamily="2" charset="0"/>
              </a:rPr>
              <a:t>Dự</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báo</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điểm</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tín</a:t>
            </a:r>
            <a:r>
              <a:rPr lang="en-US" sz="1800" dirty="0">
                <a:solidFill>
                  <a:srgbClr val="000000"/>
                </a:solidFill>
                <a:effectLst/>
                <a:latin typeface="Helvetica" pitchFamily="2" charset="0"/>
              </a:rPr>
              <a:t> dung </a:t>
            </a:r>
            <a:r>
              <a:rPr lang="en-US" sz="1800" dirty="0" err="1">
                <a:solidFill>
                  <a:srgbClr val="000000"/>
                </a:solidFill>
                <a:effectLst/>
                <a:latin typeface="Helvetica" pitchFamily="2" charset="0"/>
              </a:rPr>
              <a:t>cá</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nhân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dựa</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trên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các</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yếu</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tố</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tài</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chính</a:t>
            </a:r>
            <a:r>
              <a:rPr lang="en-US" sz="1800" dirty="0">
                <a:solidFill>
                  <a:srgbClr val="000000"/>
                </a:solidFill>
                <a:effectLst/>
                <a:latin typeface="Helvetica" pitchFamily="2" charset="0"/>
              </a:rPr>
              <a:t> </a:t>
            </a:r>
            <a:r>
              <a:rPr lang="en-VN" sz="1800" kern="0" dirty="0">
                <a:effectLst/>
                <a:latin typeface="Times New Roman" panose="02020603050405020304" pitchFamily="18" charset="0"/>
                <a:ea typeface="Times New Roman" panose="02020603050405020304" pitchFamily="18" charset="0"/>
              </a:rPr>
              <a:t>(Ngành </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Thu nhập </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Chi tiêu </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Điểm tín dụng). </a:t>
            </a:r>
            <a:endParaRPr lang="en-US" sz="1800" dirty="0">
              <a:solidFill>
                <a:srgbClr val="000000"/>
              </a:solidFill>
              <a:effectLst/>
              <a:latin typeface="Helvetica" pitchFamily="2" charset="0"/>
            </a:endParaRPr>
          </a:p>
          <a:p>
            <a:r>
              <a:rPr lang="en-US" sz="1800" dirty="0">
                <a:solidFill>
                  <a:srgbClr val="000000"/>
                </a:solidFill>
                <a:effectLst/>
                <a:latin typeface="Helvetica" pitchFamily="2" charset="0"/>
              </a:rPr>
              <a:t>• Phạm vi : </a:t>
            </a:r>
            <a:r>
              <a:rPr lang="en-US" sz="1800" dirty="0" err="1">
                <a:solidFill>
                  <a:srgbClr val="000000"/>
                </a:solidFill>
                <a:effectLst/>
                <a:latin typeface="Helvetica" pitchFamily="2" charset="0"/>
              </a:rPr>
              <a:t>Chuẩn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đoán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rủi</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ro</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và</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diễn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giải</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yếu</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tố</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ảnh</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hưởng</a:t>
            </a:r>
            <a:endParaRPr lang="en-US" sz="1800" dirty="0">
              <a:solidFill>
                <a:srgbClr val="000000"/>
              </a:solidFill>
              <a:effectLst/>
              <a:latin typeface="Helvetica" pitchFamily="2" charset="0"/>
            </a:endParaRPr>
          </a:p>
          <a:p>
            <a:r>
              <a:rPr lang="en-US" sz="1800" dirty="0" err="1">
                <a:latin typeface="Helvetica" pitchFamily="2" charset="0"/>
              </a:rPr>
              <a:t>Nguồn</a:t>
            </a:r>
            <a:r>
              <a:rPr lang="en-US" sz="1800" dirty="0">
                <a:latin typeface="Helvetica" pitchFamily="2" charset="0"/>
              </a:rPr>
              <a:t> </a:t>
            </a:r>
            <a:r>
              <a:rPr lang="en-US" sz="1800" dirty="0" err="1">
                <a:latin typeface="Helvetica" pitchFamily="2" charset="0"/>
              </a:rPr>
              <a:t>dữ</a:t>
            </a:r>
            <a:r>
              <a:rPr lang="en-US" sz="1800" dirty="0">
                <a:latin typeface="Helvetica" pitchFamily="2" charset="0"/>
              </a:rPr>
              <a:t> </a:t>
            </a:r>
            <a:r>
              <a:rPr lang="en-US" sz="1800" dirty="0" err="1">
                <a:latin typeface="Helvetica" pitchFamily="2" charset="0"/>
              </a:rPr>
              <a:t>liệu</a:t>
            </a:r>
            <a:r>
              <a:rPr lang="en-US" sz="1800" dirty="0">
                <a:latin typeface="Helvetica" pitchFamily="2" charset="0"/>
              </a:rPr>
              <a:t> : 100 </a:t>
            </a:r>
            <a:r>
              <a:rPr lang="en-US" sz="1800" dirty="0" err="1">
                <a:latin typeface="Helvetica" pitchFamily="2" charset="0"/>
              </a:rPr>
              <a:t>cá</a:t>
            </a:r>
            <a:r>
              <a:rPr lang="en-US" sz="1800" dirty="0">
                <a:latin typeface="Helvetica" pitchFamily="2" charset="0"/>
              </a:rPr>
              <a:t> </a:t>
            </a:r>
            <a:r>
              <a:rPr lang="en-US" sz="1800" dirty="0" err="1">
                <a:latin typeface="Helvetica" pitchFamily="2" charset="0"/>
              </a:rPr>
              <a:t>nhân</a:t>
            </a:r>
            <a:r>
              <a:rPr lang="en-US" sz="1800" dirty="0">
                <a:latin typeface="Helvetica" pitchFamily="2" charset="0"/>
              </a:rPr>
              <a:t> </a:t>
            </a:r>
            <a:r>
              <a:rPr lang="en-US" sz="1800" dirty="0" err="1">
                <a:latin typeface="Helvetica" pitchFamily="2" charset="0"/>
              </a:rPr>
              <a:t>từ</a:t>
            </a:r>
            <a:r>
              <a:rPr lang="en-US" sz="1800" dirty="0">
                <a:latin typeface="Helvetica" pitchFamily="2" charset="0"/>
              </a:rPr>
              <a:t> datasets </a:t>
            </a:r>
            <a:r>
              <a:rPr lang="en-US" sz="1800" dirty="0" err="1">
                <a:latin typeface="Helvetica" pitchFamily="2" charset="0"/>
              </a:rPr>
              <a:t>của</a:t>
            </a:r>
            <a:r>
              <a:rPr lang="en-US" sz="1800" dirty="0">
                <a:latin typeface="Helvetica" pitchFamily="2" charset="0"/>
              </a:rPr>
              <a:t> Kaggle. </a:t>
            </a:r>
          </a:p>
          <a:p>
            <a:r>
              <a:rPr lang="en-US" sz="1800" dirty="0">
                <a:solidFill>
                  <a:srgbClr val="000000"/>
                </a:solidFill>
                <a:effectLst/>
                <a:latin typeface="Helvetica" pitchFamily="2" charset="0"/>
              </a:rPr>
              <a:t>Tri </a:t>
            </a:r>
            <a:r>
              <a:rPr lang="en-US" sz="1800" dirty="0" err="1">
                <a:solidFill>
                  <a:srgbClr val="000000"/>
                </a:solidFill>
                <a:effectLst/>
                <a:latin typeface="Helvetica" pitchFamily="2" charset="0"/>
              </a:rPr>
              <a:t>thức</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chuyên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môn</a:t>
            </a:r>
            <a:r>
              <a:rPr lang="en-US" sz="1800" dirty="0">
                <a:solidFill>
                  <a:srgbClr val="000000"/>
                </a:solidFill>
                <a:effectLst/>
                <a:latin typeface="Helvetica" pitchFamily="2" charset="0"/>
              </a:rPr>
              <a:t>: Tham </a:t>
            </a:r>
            <a:r>
              <a:rPr lang="en-US" sz="1800" dirty="0" err="1">
                <a:solidFill>
                  <a:srgbClr val="000000"/>
                </a:solidFill>
                <a:effectLst/>
                <a:latin typeface="Helvetica" pitchFamily="2" charset="0"/>
              </a:rPr>
              <a:t>khảo</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mô</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hình</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điểm</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tín</a:t>
            </a:r>
            <a:r>
              <a:rPr lang="en-US" sz="1800" dirty="0">
                <a:solidFill>
                  <a:srgbClr val="000000"/>
                </a:solidFill>
                <a:effectLst/>
                <a:latin typeface="Helvetica" pitchFamily="2" charset="0"/>
              </a:rPr>
              <a:t> dung FICO </a:t>
            </a:r>
            <a:r>
              <a:rPr lang="en-US" sz="1800" dirty="0" err="1">
                <a:solidFill>
                  <a:srgbClr val="000000"/>
                </a:solidFill>
                <a:effectLst/>
                <a:latin typeface="Helvetica" pitchFamily="2" charset="0"/>
              </a:rPr>
              <a:t>và</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chuyên</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gia</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tài</a:t>
            </a:r>
            <a:r>
              <a:rPr lang="en-US" sz="1800" dirty="0">
                <a:solidFill>
                  <a:srgbClr val="000000"/>
                </a:solidFill>
                <a:effectLst/>
                <a:latin typeface="Helvetica" pitchFamily="2" charset="0"/>
              </a:rPr>
              <a:t> </a:t>
            </a:r>
            <a:r>
              <a:rPr lang="en-US" sz="1800" dirty="0" err="1">
                <a:solidFill>
                  <a:srgbClr val="000000"/>
                </a:solidFill>
                <a:effectLst/>
                <a:latin typeface="Helvetica" pitchFamily="2" charset="0"/>
              </a:rPr>
              <a:t>chính</a:t>
            </a:r>
            <a:endParaRPr lang="en-US" sz="1800" dirty="0">
              <a:solidFill>
                <a:srgbClr val="000000"/>
              </a:solidFill>
              <a:effectLst/>
              <a:latin typeface="Helvetica" pitchFamily="2" charset="0"/>
            </a:endParaRPr>
          </a:p>
          <a:p>
            <a:r>
              <a:rPr lang="en-US" sz="1800" dirty="0">
                <a:latin typeface="Helvetica" pitchFamily="2" charset="0"/>
              </a:rPr>
              <a:t>Thu </a:t>
            </a:r>
            <a:r>
              <a:rPr lang="en-US" sz="1800" dirty="0" err="1">
                <a:latin typeface="Helvetica" pitchFamily="2" charset="0"/>
              </a:rPr>
              <a:t>thập</a:t>
            </a:r>
            <a:r>
              <a:rPr lang="en-US" sz="1800" dirty="0">
                <a:latin typeface="Helvetica" pitchFamily="2" charset="0"/>
              </a:rPr>
              <a:t> </a:t>
            </a:r>
            <a:r>
              <a:rPr lang="en-US" sz="1800" dirty="0" err="1">
                <a:latin typeface="Helvetica" pitchFamily="2" charset="0"/>
              </a:rPr>
              <a:t>mẫu</a:t>
            </a:r>
            <a:r>
              <a:rPr lang="en-US" sz="1800" dirty="0">
                <a:latin typeface="Helvetica" pitchFamily="2" charset="0"/>
              </a:rPr>
              <a:t> </a:t>
            </a:r>
            <a:r>
              <a:rPr lang="en-US" sz="1800" dirty="0" err="1">
                <a:latin typeface="Helvetica" pitchFamily="2" charset="0"/>
              </a:rPr>
              <a:t>bài</a:t>
            </a:r>
            <a:r>
              <a:rPr lang="en-US" sz="1800" dirty="0">
                <a:latin typeface="Helvetica" pitchFamily="2" charset="0"/>
              </a:rPr>
              <a:t> </a:t>
            </a:r>
            <a:r>
              <a:rPr lang="en-US" sz="1800" dirty="0" err="1">
                <a:latin typeface="Helvetica" pitchFamily="2" charset="0"/>
              </a:rPr>
              <a:t>toán</a:t>
            </a:r>
            <a:r>
              <a:rPr lang="en-US" sz="1800" dirty="0">
                <a:latin typeface="Helvetica" pitchFamily="2" charset="0"/>
              </a:rPr>
              <a:t> : </a:t>
            </a:r>
            <a:r>
              <a:rPr lang="en-VN" sz="1800" i="1" kern="0" dirty="0">
                <a:effectLst/>
                <a:latin typeface="KaTeX_Math"/>
                <a:ea typeface="Times New Roman" panose="02020603050405020304" pitchFamily="18" charset="0"/>
                <a:cs typeface="Times New Roman" panose="02020603050405020304" pitchFamily="18" charset="0"/>
              </a:rPr>
              <a:t>P</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O</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F</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G</a:t>
            </a:r>
            <a:r>
              <a:rPr lang="en-VN" sz="1800" kern="0" dirty="0">
                <a:effectLst/>
                <a:latin typeface="Times New Roman" panose="02020603050405020304" pitchFamily="18" charset="0"/>
                <a:ea typeface="Times New Roman" panose="02020603050405020304" pitchFamily="18" charset="0"/>
              </a:rPr>
              <a:t>, trong đó </a:t>
            </a:r>
            <a:r>
              <a:rPr lang="en-VN" sz="1800" i="1" kern="0" dirty="0">
                <a:effectLst/>
                <a:latin typeface="KaTeX_Math"/>
                <a:ea typeface="Times New Roman" panose="02020603050405020304" pitchFamily="18" charset="0"/>
                <a:cs typeface="Times New Roman" panose="02020603050405020304" pitchFamily="18" charset="0"/>
              </a:rPr>
              <a:t>G</a:t>
            </a:r>
            <a:r>
              <a:rPr lang="en-VN" sz="1800" kern="0" dirty="0">
                <a:effectLst/>
                <a:latin typeface="KaTeX_Main"/>
                <a:ea typeface="Times New Roman" panose="02020603050405020304" pitchFamily="18" charset="0"/>
                <a:cs typeface="Times New Roman" panose="02020603050405020304" pitchFamily="18" charset="0"/>
              </a:rPr>
              <a:t>={"Compute":Credit_Score}</a:t>
            </a:r>
            <a:r>
              <a:rPr lang="en-VN" sz="1800" kern="0" dirty="0">
                <a:effectLst/>
                <a:latin typeface="Times New Roman" panose="02020603050405020304" pitchFamily="18" charset="0"/>
                <a:ea typeface="Times New Roman" panose="02020603050405020304" pitchFamily="18" charset="0"/>
              </a:rPr>
              <a:t>. </a:t>
            </a:r>
          </a:p>
          <a:p>
            <a:r>
              <a:rPr lang="en-US" sz="1800" dirty="0" err="1">
                <a:solidFill>
                  <a:srgbClr val="000000"/>
                </a:solidFill>
                <a:effectLst/>
                <a:latin typeface="Times New Roman" panose="02020603050405020304" pitchFamily="18" charset="0"/>
              </a:rPr>
              <a:t>Chuẩn</a:t>
            </a:r>
            <a:r>
              <a:rPr lang="en-US" sz="1800" dirty="0">
                <a:solidFill>
                  <a:srgbClr val="000000"/>
                </a:solidFill>
                <a:effectLst/>
                <a:latin typeface="Times New Roman" panose="02020603050405020304" pitchFamily="18" charset="0"/>
              </a:rPr>
              <a:t> </a:t>
            </a:r>
            <a:r>
              <a:rPr lang="en-US" sz="1800" dirty="0" err="1">
                <a:solidFill>
                  <a:srgbClr val="000000"/>
                </a:solidFill>
                <a:effectLst/>
                <a:latin typeface="Times New Roman" panose="02020603050405020304" pitchFamily="18" charset="0"/>
              </a:rPr>
              <a:t>hóa</a:t>
            </a:r>
            <a:r>
              <a:rPr lang="en-US" sz="1800" dirty="0">
                <a:solidFill>
                  <a:srgbClr val="000000"/>
                </a:solidFill>
                <a:effectLst/>
                <a:latin typeface="Times New Roman" panose="02020603050405020304" pitchFamily="18" charset="0"/>
              </a:rPr>
              <a:t> Tri </a:t>
            </a:r>
            <a:r>
              <a:rPr lang="en-US" sz="1800" dirty="0" err="1">
                <a:solidFill>
                  <a:srgbClr val="000000"/>
                </a:solidFill>
                <a:effectLst/>
                <a:latin typeface="Times New Roman" panose="02020603050405020304" pitchFamily="18" charset="0"/>
              </a:rPr>
              <a:t>thức</a:t>
            </a:r>
            <a:r>
              <a:rPr lang="en-US" sz="1800" dirty="0">
                <a:latin typeface="Times New Roman" panose="02020603050405020304" pitchFamily="18" charset="0"/>
              </a:rPr>
              <a:t>: </a:t>
            </a:r>
            <a:r>
              <a:rPr lang="en-US" sz="1800" dirty="0" err="1">
                <a:latin typeface="Times New Roman" panose="02020603050405020304" pitchFamily="18" charset="0"/>
              </a:rPr>
              <a:t>Chuẩn</a:t>
            </a:r>
            <a:r>
              <a:rPr lang="en-US" sz="1800" dirty="0">
                <a:latin typeface="Times New Roman" panose="02020603050405020304" pitchFamily="18" charset="0"/>
              </a:rPr>
              <a:t> </a:t>
            </a:r>
            <a:r>
              <a:rPr lang="en-US" sz="1800" dirty="0" err="1">
                <a:latin typeface="Times New Roman" panose="02020603050405020304" pitchFamily="18" charset="0"/>
              </a:rPr>
              <a:t>hoá</a:t>
            </a:r>
            <a:r>
              <a:rPr lang="en-US" sz="1800" dirty="0">
                <a:latin typeface="Times New Roman" panose="02020603050405020304" pitchFamily="18" charset="0"/>
              </a:rPr>
              <a:t> </a:t>
            </a:r>
            <a:r>
              <a:rPr lang="en-US" sz="1800" dirty="0" err="1">
                <a:latin typeface="Times New Roman" panose="02020603050405020304" pitchFamily="18" charset="0"/>
              </a:rPr>
              <a:t>lại</a:t>
            </a:r>
            <a:r>
              <a:rPr lang="en-US" sz="1800" dirty="0">
                <a:latin typeface="Times New Roman" panose="02020603050405020304" pitchFamily="18" charset="0"/>
              </a:rPr>
              <a:t> </a:t>
            </a:r>
            <a:r>
              <a:rPr lang="en-US" sz="1800" dirty="0" err="1">
                <a:latin typeface="Times New Roman" panose="02020603050405020304" pitchFamily="18" charset="0"/>
              </a:rPr>
              <a:t>các</a:t>
            </a:r>
            <a:r>
              <a:rPr lang="en-US" sz="1800" dirty="0">
                <a:latin typeface="Times New Roman" panose="02020603050405020304" pitchFamily="18" charset="0"/>
              </a:rPr>
              <a:t> </a:t>
            </a:r>
            <a:r>
              <a:rPr lang="en-US" sz="1800" dirty="0" err="1">
                <a:latin typeface="Times New Roman" panose="02020603050405020304" pitchFamily="18" charset="0"/>
              </a:rPr>
              <a:t>luật</a:t>
            </a:r>
            <a:r>
              <a:rPr lang="en-US" sz="1800" dirty="0">
                <a:latin typeface="Times New Roman" panose="02020603050405020304" pitchFamily="18" charset="0"/>
              </a:rPr>
              <a:t> </a:t>
            </a:r>
            <a:r>
              <a:rPr lang="en-US" sz="1800" dirty="0" err="1">
                <a:latin typeface="Times New Roman" panose="02020603050405020304" pitchFamily="18" charset="0"/>
              </a:rPr>
              <a:t>và</a:t>
            </a:r>
            <a:r>
              <a:rPr lang="en-US" sz="1800" dirty="0">
                <a:latin typeface="Times New Roman" panose="02020603050405020304" pitchFamily="18" charset="0"/>
              </a:rPr>
              <a:t> </a:t>
            </a:r>
            <a:r>
              <a:rPr lang="en-US" sz="1800" dirty="0" err="1">
                <a:latin typeface="Times New Roman" panose="02020603050405020304" pitchFamily="18" charset="0"/>
              </a:rPr>
              <a:t>định</a:t>
            </a:r>
            <a:r>
              <a:rPr lang="en-US" sz="1800" dirty="0">
                <a:latin typeface="Times New Roman" panose="02020603050405020304" pitchFamily="18" charset="0"/>
              </a:rPr>
              <a:t> </a:t>
            </a:r>
            <a:r>
              <a:rPr lang="en-US" sz="1800" dirty="0" err="1">
                <a:latin typeface="Times New Roman" panose="02020603050405020304" pitchFamily="18" charset="0"/>
              </a:rPr>
              <a:t>dạng</a:t>
            </a:r>
            <a:r>
              <a:rPr lang="en-US" sz="1800" dirty="0">
                <a:latin typeface="Times New Roman" panose="02020603050405020304" pitchFamily="18" charset="0"/>
              </a:rPr>
              <a:t> </a:t>
            </a:r>
            <a:r>
              <a:rPr lang="en-US" sz="1800" dirty="0" err="1">
                <a:latin typeface="Times New Roman" panose="02020603050405020304" pitchFamily="18" charset="0"/>
              </a:rPr>
              <a:t>lại</a:t>
            </a:r>
            <a:r>
              <a:rPr lang="en-US" sz="1800" dirty="0">
                <a:latin typeface="Times New Roman" panose="02020603050405020304" pitchFamily="18" charset="0"/>
              </a:rPr>
              <a:t> </a:t>
            </a:r>
            <a:r>
              <a:rPr lang="en-US" sz="1800" dirty="0" err="1">
                <a:latin typeface="Times New Roman" panose="02020603050405020304" pitchFamily="18" charset="0"/>
              </a:rPr>
              <a:t>các</a:t>
            </a:r>
            <a:r>
              <a:rPr lang="en-US" sz="1800" dirty="0">
                <a:latin typeface="Times New Roman" panose="02020603050405020304" pitchFamily="18" charset="0"/>
              </a:rPr>
              <a:t> </a:t>
            </a:r>
            <a:r>
              <a:rPr lang="en-US" sz="1800" dirty="0" err="1">
                <a:latin typeface="Times New Roman" panose="02020603050405020304" pitchFamily="18" charset="0"/>
              </a:rPr>
              <a:t>thuộc</a:t>
            </a:r>
            <a:r>
              <a:rPr lang="en-US" sz="1800" dirty="0">
                <a:latin typeface="Times New Roman" panose="02020603050405020304" pitchFamily="18" charset="0"/>
              </a:rPr>
              <a:t> </a:t>
            </a:r>
            <a:r>
              <a:rPr lang="en-US" sz="1800" dirty="0" err="1">
                <a:latin typeface="Times New Roman" panose="02020603050405020304" pitchFamily="18" charset="0"/>
              </a:rPr>
              <a:t>tính</a:t>
            </a:r>
            <a:r>
              <a:rPr lang="en-US" sz="1800" dirty="0">
                <a:latin typeface="Times New Roman" panose="02020603050405020304" pitchFamily="18" charset="0"/>
              </a:rPr>
              <a:t>. </a:t>
            </a:r>
            <a:endParaRPr lang="en-US" sz="1800" dirty="0">
              <a:solidFill>
                <a:srgbClr val="000000"/>
              </a:solidFill>
              <a:effectLst/>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79"/>
        <p:cNvGrpSpPr/>
        <p:nvPr/>
      </p:nvGrpSpPr>
      <p:grpSpPr>
        <a:xfrm>
          <a:off x="0" y="0"/>
          <a:ext cx="0" cy="0"/>
          <a:chOff x="0" y="0"/>
          <a:chExt cx="0" cy="0"/>
        </a:xfrm>
      </p:grpSpPr>
      <p:pic>
        <p:nvPicPr>
          <p:cNvPr id="280" name="Google Shape;280;p3"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81" name="Google Shape;281;p3"/>
          <p:cNvSpPr txBox="1"/>
          <p:nvPr/>
        </p:nvSpPr>
        <p:spPr>
          <a:xfrm>
            <a:off x="2452895" y="334309"/>
            <a:ext cx="7720552" cy="984845"/>
          </a:xfrm>
          <a:prstGeom prst="rect">
            <a:avLst/>
          </a:prstGeom>
          <a:noFill/>
          <a:ln>
            <a:noFill/>
          </a:ln>
        </p:spPr>
        <p:txBody>
          <a:bodyPr spcFirstLastPara="1" wrap="square" lIns="91425" tIns="45700" rIns="91425" bIns="45700" anchor="t" anchorCtr="0">
            <a:spAutoFit/>
          </a:bodyPr>
          <a:lstStyle/>
          <a:p>
            <a:pPr algn="ctr"/>
            <a:r>
              <a:rPr lang="vi-VN" sz="4400" b="1" dirty="0">
                <a:solidFill>
                  <a:srgbClr val="1B09FF"/>
                </a:solidFill>
                <a:latin typeface="Arial"/>
                <a:ea typeface="Arial"/>
                <a:cs typeface="Arial"/>
                <a:sym typeface="Arial"/>
              </a:rPr>
              <a:t>THIẾT KẾ CƠ SỞ TRI THỨC</a:t>
            </a:r>
          </a:p>
          <a:p>
            <a:pPr algn="ctr"/>
            <a:endParaRPr dirty="0"/>
          </a:p>
        </p:txBody>
      </p:sp>
      <p:sp>
        <p:nvSpPr>
          <p:cNvPr id="282" name="Google Shape;282;p3"/>
          <p:cNvSpPr txBox="1"/>
          <p:nvPr/>
        </p:nvSpPr>
        <p:spPr>
          <a:xfrm>
            <a:off x="11717519" y="6229350"/>
            <a:ext cx="474482"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t>5</a:t>
            </a:r>
            <a:endParaRPr sz="1800">
              <a:solidFill>
                <a:schemeClr val="dk1"/>
              </a:solidFill>
              <a:latin typeface="Arial"/>
              <a:ea typeface="Arial"/>
              <a:cs typeface="Arial"/>
              <a:sym typeface="Arial"/>
            </a:endParaRPr>
          </a:p>
        </p:txBody>
      </p:sp>
      <p:sp>
        <p:nvSpPr>
          <p:cNvPr id="283" name="Google Shape;283;p3"/>
          <p:cNvSpPr txBox="1"/>
          <p:nvPr/>
        </p:nvSpPr>
        <p:spPr>
          <a:xfrm>
            <a:off x="238963" y="1266923"/>
            <a:ext cx="4093800" cy="3693278"/>
          </a:xfrm>
          <a:prstGeom prst="rect">
            <a:avLst/>
          </a:prstGeom>
          <a:noFill/>
          <a:ln>
            <a:noFill/>
          </a:ln>
        </p:spPr>
        <p:txBody>
          <a:bodyPr spcFirstLastPara="1" wrap="square" lIns="91425" tIns="45700" rIns="91425" bIns="45700" anchor="t" anchorCtr="0">
            <a:spAutoFit/>
          </a:bodyPr>
          <a:lstStyle/>
          <a:p>
            <a:r>
              <a:rPr lang="en-VN" sz="1800" kern="0" dirty="0">
                <a:effectLst/>
                <a:latin typeface="Times New Roman" panose="02020603050405020304" pitchFamily="18" charset="0"/>
                <a:ea typeface="Times New Roman" panose="02020603050405020304" pitchFamily="18" charset="0"/>
              </a:rPr>
              <a:t>Mô hình Tri thức Tích hợp: </a:t>
            </a:r>
            <a:r>
              <a:rPr lang="en-VN" sz="1800" i="1" kern="0" dirty="0">
                <a:effectLst/>
                <a:latin typeface="KaTeX_Math"/>
                <a:ea typeface="Times New Roman" panose="02020603050405020304" pitchFamily="18" charset="0"/>
                <a:cs typeface="Times New Roman" panose="02020603050405020304" pitchFamily="18" charset="0"/>
              </a:rPr>
              <a:t>K</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KaTeX_Caligraphic"/>
                <a:ea typeface="Times New Roman" panose="02020603050405020304" pitchFamily="18" charset="0"/>
                <a:cs typeface="Times New Roman" panose="02020603050405020304" pitchFamily="18" charset="0"/>
              </a:rPr>
              <a:t>C</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KaTeX_Caligraphic"/>
                <a:ea typeface="Times New Roman" panose="02020603050405020304" pitchFamily="18" charset="0"/>
                <a:cs typeface="Times New Roman" panose="02020603050405020304" pitchFamily="18" charset="0"/>
              </a:rPr>
              <a:t>R</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Rules</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Ops</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Funcs</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Problems</a:t>
            </a:r>
            <a:r>
              <a:rPr lang="en-VN" sz="1800" kern="0" dirty="0">
                <a:effectLst/>
                <a:latin typeface="Times New Roman" panose="02020603050405020304" pitchFamily="18" charset="0"/>
                <a:ea typeface="Times New Roman" panose="02020603050405020304" pitchFamily="18" charset="0"/>
              </a:rPr>
              <a:t>.</a:t>
            </a:r>
          </a:p>
          <a:p>
            <a:r>
              <a:rPr lang="en-VN" sz="1800" b="1" kern="0" dirty="0">
                <a:effectLst/>
                <a:latin typeface="Times New Roman" panose="02020603050405020304" pitchFamily="18" charset="0"/>
                <a:ea typeface="Times New Roman" panose="02020603050405020304" pitchFamily="18" charset="0"/>
              </a:rPr>
              <a:t>. Định nghĩa Ontology (</a:t>
            </a:r>
            <a:r>
              <a:rPr lang="en-VN" sz="1800" kern="0" dirty="0">
                <a:effectLst/>
                <a:latin typeface="KaTeX_Caligraphic"/>
                <a:ea typeface="Times New Roman" panose="02020603050405020304" pitchFamily="18" charset="0"/>
                <a:cs typeface="Times New Roman" panose="02020603050405020304" pitchFamily="18" charset="0"/>
              </a:rPr>
              <a:t>C</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KaTeX_Caligraphic"/>
                <a:ea typeface="Times New Roman" panose="02020603050405020304" pitchFamily="18" charset="0"/>
                <a:cs typeface="Times New Roman" panose="02020603050405020304" pitchFamily="18" charset="0"/>
              </a:rPr>
              <a:t>R</a:t>
            </a:r>
            <a:r>
              <a:rPr lang="en-VN" sz="1800" b="1" kern="0" dirty="0">
                <a:effectLst/>
                <a:latin typeface="Times New Roman" panose="02020603050405020304" pitchFamily="18" charset="0"/>
                <a:ea typeface="Times New Roman" panose="02020603050405020304" pitchFamily="18" charset="0"/>
              </a:rPr>
              <a:t>): </a:t>
            </a:r>
            <a:r>
              <a:rPr lang="en-VN" sz="1800" kern="0" dirty="0">
                <a:effectLst/>
                <a:latin typeface="Times New Roman" panose="02020603050405020304" pitchFamily="18" charset="0"/>
                <a:ea typeface="Times New Roman" panose="02020603050405020304" pitchFamily="18" charset="0"/>
              </a:rPr>
              <a:t>Khái niệm (</a:t>
            </a:r>
            <a:r>
              <a:rPr lang="en-VN" sz="1800" kern="0" dirty="0">
                <a:effectLst/>
                <a:latin typeface="KaTeX_Caligraphic"/>
                <a:ea typeface="Times New Roman" panose="02020603050405020304" pitchFamily="18" charset="0"/>
                <a:cs typeface="Times New Roman" panose="02020603050405020304" pitchFamily="18" charset="0"/>
              </a:rPr>
              <a:t>C</a:t>
            </a:r>
            <a:r>
              <a:rPr lang="en-VN" sz="1800" kern="0" dirty="0">
                <a:effectLst/>
                <a:latin typeface="Times New Roman" panose="02020603050405020304" pitchFamily="18" charset="0"/>
                <a:ea typeface="Times New Roman" panose="02020603050405020304" pitchFamily="18" charset="0"/>
              </a:rPr>
              <a:t>) (Cá Nhân, Nghề Nghiệp,...) với các thuộc tính (</a:t>
            </a:r>
            <a:r>
              <a:rPr lang="en-VN" sz="1800" kern="0" dirty="0">
                <a:effectLst/>
                <a:latin typeface="Courier New" panose="02070309020205020404" pitchFamily="49" charset="0"/>
                <a:ea typeface="Times New Roman" panose="02020603050405020304" pitchFamily="18" charset="0"/>
              </a:rPr>
              <a:t>Attrs</a:t>
            </a:r>
            <a:r>
              <a:rPr lang="en-VN" sz="1800" kern="0" dirty="0">
                <a:effectLst/>
                <a:latin typeface="Times New Roman" panose="02020603050405020304" pitchFamily="18" charset="0"/>
                <a:ea typeface="Times New Roman" panose="02020603050405020304" pitchFamily="18" charset="0"/>
              </a:rPr>
              <a:t>) và Sự kiện (</a:t>
            </a:r>
            <a:r>
              <a:rPr lang="en-VN" sz="1800" kern="0" dirty="0">
                <a:effectLst/>
                <a:latin typeface="Courier New" panose="02070309020205020404" pitchFamily="49" charset="0"/>
                <a:ea typeface="Times New Roman" panose="02020603050405020304" pitchFamily="18" charset="0"/>
              </a:rPr>
              <a:t>Facts</a:t>
            </a:r>
            <a:r>
              <a:rPr lang="en-VN" sz="1800" kern="0" dirty="0">
                <a:effectLst/>
                <a:latin typeface="Times New Roman" panose="02020603050405020304" pitchFamily="18" charset="0"/>
                <a:ea typeface="Times New Roman" panose="02020603050405020304" pitchFamily="18" charset="0"/>
              </a:rPr>
              <a:t>). Xác định các Quan hệ (</a:t>
            </a:r>
            <a:r>
              <a:rPr lang="en-VN" sz="1800" kern="0" dirty="0">
                <a:effectLst/>
                <a:latin typeface="KaTeX_Caligraphic"/>
                <a:ea typeface="Times New Roman" panose="02020603050405020304" pitchFamily="18" charset="0"/>
                <a:cs typeface="Times New Roman" panose="02020603050405020304" pitchFamily="18" charset="0"/>
              </a:rPr>
              <a:t>R</a:t>
            </a:r>
            <a:r>
              <a:rPr lang="en-VN" sz="1800" kern="0" dirty="0">
                <a:effectLst/>
                <a:latin typeface="Times New Roman" panose="02020603050405020304" pitchFamily="18" charset="0"/>
                <a:ea typeface="Times New Roman" panose="02020603050405020304" pitchFamily="18" charset="0"/>
              </a:rPr>
              <a:t>) (is-a, has-a) giữa chúng.</a:t>
            </a:r>
            <a:r>
              <a:rPr lang="en-VN" sz="2400" dirty="0">
                <a:effectLst/>
              </a:rPr>
              <a:t> </a:t>
            </a:r>
          </a:p>
          <a:p>
            <a:r>
              <a:rPr lang="en-VN" sz="2400" dirty="0">
                <a:solidFill>
                  <a:srgbClr val="000000"/>
                </a:solidFill>
                <a:latin typeface="Times New Roman" panose="02020603050405020304" pitchFamily="18" charset="0"/>
              </a:rPr>
              <a:t>Tính toán: </a:t>
            </a:r>
            <a:r>
              <a:rPr lang="en-VN" sz="1800" b="1" kern="0" dirty="0">
                <a:effectLst/>
                <a:latin typeface="Times New Roman" panose="02020603050405020304" pitchFamily="18" charset="0"/>
                <a:ea typeface="Times New Roman" panose="02020603050405020304" pitchFamily="18" charset="0"/>
              </a:rPr>
              <a:t>Toán tử (</a:t>
            </a:r>
            <a:r>
              <a:rPr lang="en-VN" sz="1800" i="1" kern="0" dirty="0">
                <a:effectLst/>
                <a:latin typeface="KaTeX_Math"/>
                <a:ea typeface="Times New Roman" panose="02020603050405020304" pitchFamily="18" charset="0"/>
                <a:cs typeface="Times New Roman" panose="02020603050405020304" pitchFamily="18" charset="0"/>
              </a:rPr>
              <a:t>Ops</a:t>
            </a:r>
            <a:r>
              <a:rPr lang="en-VN" sz="1800" b="1" kern="0" dirty="0">
                <a:effectLst/>
                <a:latin typeface="Times New Roman" panose="02020603050405020304" pitchFamily="18" charset="0"/>
                <a:ea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a:t>
            </a:r>
          </a:p>
          <a:p>
            <a:r>
              <a:rPr lang="en-VN" sz="1800" dirty="0">
                <a:solidFill>
                  <a:srgbClr val="000000"/>
                </a:solidFill>
                <a:latin typeface="Times New Roman" panose="02020603050405020304" pitchFamily="18" charset="0"/>
              </a:rPr>
              <a:t>	</a:t>
            </a:r>
            <a:r>
              <a:rPr lang="en-VN" sz="1800" b="1" kern="0" dirty="0">
                <a:effectLst/>
                <a:latin typeface="Times New Roman" panose="02020603050405020304" pitchFamily="18" charset="0"/>
                <a:ea typeface="Times New Roman" panose="02020603050405020304" pitchFamily="18" charset="0"/>
              </a:rPr>
              <a:t>Hàm (</a:t>
            </a:r>
            <a:r>
              <a:rPr lang="en-VN" sz="1800" i="1" kern="0" dirty="0">
                <a:effectLst/>
                <a:latin typeface="KaTeX_Math"/>
                <a:ea typeface="Times New Roman" panose="02020603050405020304" pitchFamily="18" charset="0"/>
                <a:cs typeface="Times New Roman" panose="02020603050405020304" pitchFamily="18" charset="0"/>
              </a:rPr>
              <a:t>Funcs</a:t>
            </a:r>
            <a:r>
              <a:rPr lang="en-VN" sz="1800" b="1" kern="0" dirty="0">
                <a:effectLst/>
                <a:latin typeface="Times New Roman" panose="02020603050405020304" pitchFamily="18" charset="0"/>
                <a:ea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a:t>
            </a:r>
          </a:p>
          <a:p>
            <a:r>
              <a:rPr lang="en-VN" sz="1800" dirty="0">
                <a:latin typeface="Times New Roman" panose="02020603050405020304" pitchFamily="18" charset="0"/>
                <a:ea typeface="Times New Roman" panose="02020603050405020304" pitchFamily="18" charset="0"/>
              </a:rPr>
              <a:t>Luật: </a:t>
            </a:r>
            <a:r>
              <a:rPr lang="en-VN" sz="1800" b="1" kern="0" dirty="0">
                <a:effectLst/>
                <a:latin typeface="Times New Roman" panose="02020603050405020304" pitchFamily="18" charset="0"/>
                <a:ea typeface="Times New Roman" panose="02020603050405020304" pitchFamily="18" charset="0"/>
              </a:rPr>
              <a:t>Luật Đẳng thức (</a:t>
            </a:r>
            <a:r>
              <a:rPr lang="en-VN" sz="1800" i="1" kern="0" dirty="0">
                <a:effectLst/>
                <a:latin typeface="KaTeX_Math"/>
                <a:ea typeface="Times New Roman" panose="02020603050405020304" pitchFamily="18" charset="0"/>
                <a:cs typeface="Times New Roman" panose="02020603050405020304" pitchFamily="18" charset="0"/>
              </a:rPr>
              <a:t>g</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h</a:t>
            </a:r>
            <a:r>
              <a:rPr lang="en-VN" sz="1800" b="1" kern="0" dirty="0">
                <a:effectLst/>
                <a:latin typeface="Times New Roman" panose="02020603050405020304" pitchFamily="18" charset="0"/>
                <a:ea typeface="Times New Roman" panose="02020603050405020304" pitchFamily="18" charset="0"/>
              </a:rPr>
              <a:t>),</a:t>
            </a:r>
          </a:p>
          <a:p>
            <a:r>
              <a:rPr lang="en-VN" sz="1800" b="1" kern="0" dirty="0">
                <a:effectLst/>
                <a:latin typeface="Times New Roman" panose="02020603050405020304" pitchFamily="18" charset="0"/>
                <a:ea typeface="Times New Roman" panose="02020603050405020304" pitchFamily="18" charset="0"/>
              </a:rPr>
              <a:t>Luật Dẫn (</a:t>
            </a:r>
            <a:r>
              <a:rPr lang="en-VN" sz="1800" i="1" kern="0" dirty="0">
                <a:effectLst/>
                <a:latin typeface="KaTeX_Math"/>
                <a:ea typeface="Times New Roman" panose="02020603050405020304" pitchFamily="18" charset="0"/>
                <a:cs typeface="Times New Roman" panose="02020603050405020304" pitchFamily="18" charset="0"/>
              </a:rPr>
              <a:t>u</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v</a:t>
            </a:r>
            <a:r>
              <a:rPr lang="en-VN" sz="1800" b="1" kern="0" dirty="0">
                <a:effectLst/>
                <a:latin typeface="Times New Roman" panose="02020603050405020304" pitchFamily="18" charset="0"/>
                <a:ea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a:t>
            </a:r>
            <a:endParaRPr lang="en-VN" sz="1800" b="1" dirty="0">
              <a:latin typeface="Times New Roman" panose="02020603050405020304" pitchFamily="18" charset="0"/>
              <a:ea typeface="Times New Roman" panose="02020603050405020304" pitchFamily="18" charset="0"/>
            </a:endParaRPr>
          </a:p>
          <a:p>
            <a:r>
              <a:rPr lang="en-VN" sz="1800" b="1" kern="0" dirty="0">
                <a:effectLst/>
                <a:latin typeface="Times New Roman" panose="02020603050405020304" pitchFamily="18" charset="0"/>
                <a:ea typeface="Times New Roman" panose="02020603050405020304" pitchFamily="18" charset="0"/>
              </a:rPr>
              <a:t>Tổ chức CSTT</a:t>
            </a:r>
            <a:r>
              <a:rPr lang="en-VN" sz="2400" dirty="0">
                <a:effectLst/>
              </a:rPr>
              <a:t> </a:t>
            </a:r>
            <a:endParaRPr lang="en-VN" sz="18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88"/>
        <p:cNvGrpSpPr/>
        <p:nvPr/>
      </p:nvGrpSpPr>
      <p:grpSpPr>
        <a:xfrm>
          <a:off x="0" y="0"/>
          <a:ext cx="0" cy="0"/>
          <a:chOff x="0" y="0"/>
          <a:chExt cx="0" cy="0"/>
        </a:xfrm>
      </p:grpSpPr>
      <p:pic>
        <p:nvPicPr>
          <p:cNvPr id="289" name="Google Shape;289;g38c6d5c56e5_0_34"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90" name="Google Shape;290;g38c6d5c56e5_0_34"/>
          <p:cNvSpPr txBox="1"/>
          <p:nvPr/>
        </p:nvSpPr>
        <p:spPr>
          <a:xfrm>
            <a:off x="2421364" y="189659"/>
            <a:ext cx="7720500" cy="769401"/>
          </a:xfrm>
          <a:prstGeom prst="rect">
            <a:avLst/>
          </a:prstGeom>
          <a:noFill/>
          <a:ln>
            <a:noFill/>
          </a:ln>
        </p:spPr>
        <p:txBody>
          <a:bodyPr spcFirstLastPara="1" wrap="square" lIns="91425" tIns="45700" rIns="91425" bIns="45700" anchor="t" anchorCtr="0">
            <a:spAutoFit/>
          </a:bodyPr>
          <a:lstStyle/>
          <a:p>
            <a:pPr algn="ctr"/>
            <a:r>
              <a:rPr lang="en-US" sz="4400" b="1" dirty="0">
                <a:solidFill>
                  <a:srgbClr val="1B09FF"/>
                </a:solidFill>
              </a:rPr>
              <a:t>THIẾT KẾ BỘ SUY DIỄN</a:t>
            </a:r>
            <a:endParaRPr dirty="0"/>
          </a:p>
        </p:txBody>
      </p:sp>
      <p:sp>
        <p:nvSpPr>
          <p:cNvPr id="291" name="Google Shape;291;g38c6d5c56e5_0_34"/>
          <p:cNvSpPr txBox="1"/>
          <p:nvPr/>
        </p:nvSpPr>
        <p:spPr>
          <a:xfrm>
            <a:off x="11717519" y="6229350"/>
            <a:ext cx="4746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t>6</a:t>
            </a:r>
            <a:endParaRPr sz="1800">
              <a:solidFill>
                <a:schemeClr val="dk1"/>
              </a:solidFill>
              <a:latin typeface="Arial"/>
              <a:ea typeface="Arial"/>
              <a:cs typeface="Arial"/>
              <a:sym typeface="Arial"/>
            </a:endParaRPr>
          </a:p>
        </p:txBody>
      </p:sp>
      <p:sp>
        <p:nvSpPr>
          <p:cNvPr id="292" name="Google Shape;292;g38c6d5c56e5_0_34"/>
          <p:cNvSpPr txBox="1"/>
          <p:nvPr/>
        </p:nvSpPr>
        <p:spPr>
          <a:xfrm>
            <a:off x="238963" y="1266923"/>
            <a:ext cx="4093800" cy="4678163"/>
          </a:xfrm>
          <a:prstGeom prst="rect">
            <a:avLst/>
          </a:prstGeom>
          <a:noFill/>
          <a:ln>
            <a:noFill/>
          </a:ln>
        </p:spPr>
        <p:txBody>
          <a:bodyPr spcFirstLastPara="1" wrap="square" lIns="91425" tIns="45700" rIns="91425" bIns="45700" anchor="t" anchorCtr="0">
            <a:spAutoFit/>
          </a:bodyPr>
          <a:lstStyle/>
          <a:p>
            <a:r>
              <a:rPr lang="en-VN" sz="2000" b="1" kern="0" dirty="0">
                <a:effectLst/>
                <a:latin typeface="Times New Roman" panose="02020603050405020304" pitchFamily="18" charset="0"/>
                <a:ea typeface="Times New Roman" panose="02020603050405020304" pitchFamily="18" charset="0"/>
              </a:rPr>
              <a:t>Thuật giải Tìm lời giải cho bài toán </a:t>
            </a:r>
            <a:r>
              <a:rPr lang="en-VN" sz="2000" kern="0" dirty="0">
                <a:effectLst/>
                <a:latin typeface="KaTeX_Main"/>
                <a:ea typeface="Times New Roman" panose="02020603050405020304" pitchFamily="18" charset="0"/>
                <a:cs typeface="Times New Roman" panose="02020603050405020304" pitchFamily="18" charset="0"/>
              </a:rPr>
              <a:t>(</a:t>
            </a:r>
            <a:r>
              <a:rPr lang="en-VN" sz="2000" i="1" kern="0" dirty="0">
                <a:effectLst/>
                <a:latin typeface="KaTeX_Math"/>
                <a:ea typeface="Times New Roman" panose="02020603050405020304" pitchFamily="18" charset="0"/>
                <a:cs typeface="Times New Roman" panose="02020603050405020304" pitchFamily="18" charset="0"/>
              </a:rPr>
              <a:t>O</a:t>
            </a:r>
            <a:r>
              <a:rPr lang="en-VN" sz="2000" kern="0" dirty="0">
                <a:effectLst/>
                <a:latin typeface="KaTeX_Main"/>
                <a:ea typeface="Times New Roman" panose="02020603050405020304" pitchFamily="18" charset="0"/>
                <a:cs typeface="Times New Roman" panose="02020603050405020304" pitchFamily="18" charset="0"/>
              </a:rPr>
              <a:t>,</a:t>
            </a:r>
            <a:r>
              <a:rPr lang="en-VN" sz="2000" i="1" kern="0" dirty="0">
                <a:effectLst/>
                <a:latin typeface="KaTeX_Math"/>
                <a:ea typeface="Times New Roman" panose="02020603050405020304" pitchFamily="18" charset="0"/>
                <a:cs typeface="Times New Roman" panose="02020603050405020304" pitchFamily="18" charset="0"/>
              </a:rPr>
              <a:t>F</a:t>
            </a:r>
            <a:r>
              <a:rPr lang="en-VN" sz="2000" kern="0" dirty="0">
                <a:effectLst/>
                <a:latin typeface="KaTeX_Main"/>
                <a:ea typeface="Times New Roman" panose="02020603050405020304" pitchFamily="18" charset="0"/>
                <a:cs typeface="Times New Roman" panose="02020603050405020304" pitchFamily="18" charset="0"/>
              </a:rPr>
              <a:t>)→</a:t>
            </a:r>
            <a:r>
              <a:rPr lang="en-VN" sz="2000" i="1" kern="0" dirty="0">
                <a:effectLst/>
                <a:latin typeface="KaTeX_Math"/>
                <a:ea typeface="Times New Roman" panose="02020603050405020304" pitchFamily="18" charset="0"/>
                <a:cs typeface="Times New Roman" panose="02020603050405020304" pitchFamily="18" charset="0"/>
              </a:rPr>
              <a:t>G</a:t>
            </a:r>
            <a:r>
              <a:rPr lang="en-VN" sz="2000" i="1" kern="0" dirty="0">
                <a:latin typeface="KaTeX_Math"/>
                <a:ea typeface="Times New Roman" panose="02020603050405020304" pitchFamily="18" charset="0"/>
                <a:cs typeface="Times New Roman" panose="02020603050405020304" pitchFamily="18" charset="0"/>
              </a:rPr>
              <a:t>. </a:t>
            </a:r>
            <a:r>
              <a:rPr lang="en-VN" sz="2000" i="1" dirty="0">
                <a:latin typeface="Times New Roman" panose="02020603050405020304" pitchFamily="18" charset="0"/>
                <a:ea typeface="Times New Roman" panose="02020603050405020304" pitchFamily="18" charset="0"/>
                <a:cs typeface="Times New Roman" panose="02020603050405020304" pitchFamily="18" charset="0"/>
              </a:rPr>
              <a:t>Xử lý phương trình </a:t>
            </a:r>
            <a:r>
              <a:rPr lang="en-VN" sz="2000" kern="0" dirty="0">
                <a:effectLst/>
                <a:latin typeface="Times New Roman" panose="02020603050405020304" pitchFamily="18" charset="0"/>
                <a:ea typeface="Times New Roman" panose="02020603050405020304" pitchFamily="18" charset="0"/>
              </a:rPr>
              <a:t>(</a:t>
            </a:r>
            <a:r>
              <a:rPr lang="en-VN" sz="2000" i="1" kern="0" dirty="0">
                <a:effectLst/>
                <a:latin typeface="KaTeX_Math"/>
                <a:ea typeface="Times New Roman" panose="02020603050405020304" pitchFamily="18" charset="0"/>
                <a:cs typeface="Times New Roman" panose="02020603050405020304" pitchFamily="18" charset="0"/>
              </a:rPr>
              <a:t>g</a:t>
            </a:r>
            <a:r>
              <a:rPr lang="en-VN" sz="2000" kern="0" dirty="0">
                <a:effectLst/>
                <a:latin typeface="KaTeX_Main"/>
                <a:ea typeface="Times New Roman" panose="02020603050405020304" pitchFamily="18" charset="0"/>
                <a:cs typeface="Times New Roman" panose="02020603050405020304" pitchFamily="18" charset="0"/>
              </a:rPr>
              <a:t>=</a:t>
            </a:r>
            <a:r>
              <a:rPr lang="en-VN" sz="2000" i="1" kern="0" dirty="0">
                <a:effectLst/>
                <a:latin typeface="KaTeX_Math"/>
                <a:ea typeface="Times New Roman" panose="02020603050405020304" pitchFamily="18" charset="0"/>
                <a:cs typeface="Times New Roman" panose="02020603050405020304" pitchFamily="18" charset="0"/>
              </a:rPr>
              <a:t>h</a:t>
            </a:r>
            <a:r>
              <a:rPr lang="en-VN" sz="2000" kern="0" dirty="0">
                <a:effectLst/>
                <a:latin typeface="Times New Roman" panose="02020603050405020304" pitchFamily="18" charset="0"/>
                <a:ea typeface="Times New Roman" panose="02020603050405020304" pitchFamily="18" charset="0"/>
              </a:rPr>
              <a:t>)</a:t>
            </a:r>
            <a:r>
              <a:rPr lang="en-VN" sz="2000" dirty="0">
                <a:effectLst/>
              </a:rPr>
              <a:t> và </a:t>
            </a:r>
            <a:r>
              <a:rPr lang="en-VN" sz="2000" kern="0" dirty="0">
                <a:effectLst/>
                <a:latin typeface="Times New Roman" panose="02020603050405020304" pitchFamily="18" charset="0"/>
                <a:ea typeface="Times New Roman" panose="02020603050405020304" pitchFamily="18" charset="0"/>
              </a:rPr>
              <a:t>và tính giá trị hàm (</a:t>
            </a:r>
            <a:r>
              <a:rPr lang="en-VN" sz="2000" i="1" kern="0" dirty="0">
                <a:effectLst/>
                <a:latin typeface="KaTeX_Math"/>
                <a:ea typeface="Times New Roman" panose="02020603050405020304" pitchFamily="18" charset="0"/>
                <a:cs typeface="Times New Roman" panose="02020603050405020304" pitchFamily="18" charset="0"/>
              </a:rPr>
              <a:t>Funcs</a:t>
            </a:r>
            <a:r>
              <a:rPr lang="en-VN" sz="2000" kern="0" dirty="0">
                <a:effectLst/>
                <a:latin typeface="Times New Roman" panose="02020603050405020304" pitchFamily="18" charset="0"/>
                <a:ea typeface="Times New Roman" panose="02020603050405020304" pitchFamily="18" charset="0"/>
              </a:rPr>
              <a:t>)  trước khi áp dụng các luật dẫn (</a:t>
            </a:r>
            <a:r>
              <a:rPr lang="en-VN" sz="2000" i="1" kern="0" dirty="0">
                <a:effectLst/>
                <a:latin typeface="KaTeX_Math"/>
                <a:ea typeface="Times New Roman" panose="02020603050405020304" pitchFamily="18" charset="0"/>
                <a:cs typeface="Times New Roman" panose="02020603050405020304" pitchFamily="18" charset="0"/>
              </a:rPr>
              <a:t>u</a:t>
            </a:r>
            <a:r>
              <a:rPr lang="en-VN" sz="2000" kern="0" dirty="0">
                <a:effectLst/>
                <a:latin typeface="KaTeX_Main"/>
                <a:ea typeface="Times New Roman" panose="02020603050405020304" pitchFamily="18" charset="0"/>
                <a:cs typeface="Times New Roman" panose="02020603050405020304" pitchFamily="18" charset="0"/>
              </a:rPr>
              <a:t>→</a:t>
            </a:r>
            <a:r>
              <a:rPr lang="en-VN" sz="2000" i="1" kern="0" dirty="0">
                <a:effectLst/>
                <a:latin typeface="KaTeX_Math"/>
                <a:ea typeface="Times New Roman" panose="02020603050405020304" pitchFamily="18" charset="0"/>
                <a:cs typeface="Times New Roman" panose="02020603050405020304" pitchFamily="18" charset="0"/>
              </a:rPr>
              <a:t>v</a:t>
            </a:r>
            <a:r>
              <a:rPr lang="en-VN" sz="2000" kern="0" dirty="0">
                <a:effectLst/>
                <a:latin typeface="Times New Roman" panose="02020603050405020304" pitchFamily="18" charset="0"/>
                <a:ea typeface="Times New Roman" panose="02020603050405020304" pitchFamily="18" charset="0"/>
              </a:rPr>
              <a:t>).</a:t>
            </a:r>
            <a:r>
              <a:rPr lang="en-VN" sz="2000" dirty="0">
                <a:effectLst/>
              </a:rPr>
              <a:t> </a:t>
            </a:r>
          </a:p>
          <a:p>
            <a:r>
              <a:rPr lang="en-VN" sz="2000" dirty="0"/>
              <a:t>Chiến lược suy diễn : </a:t>
            </a:r>
            <a:r>
              <a:rPr lang="en-US" sz="2000" dirty="0" err="1"/>
              <a:t>kết</a:t>
            </a:r>
            <a:r>
              <a:rPr lang="en-US" sz="2000" dirty="0"/>
              <a:t> </a:t>
            </a:r>
            <a:r>
              <a:rPr lang="en-US" sz="2000" dirty="0" err="1"/>
              <a:t>hợp</a:t>
            </a:r>
            <a:r>
              <a:rPr lang="en-US" sz="2000" dirty="0"/>
              <a:t> </a:t>
            </a:r>
            <a:r>
              <a:rPr lang="en-US" sz="2000" dirty="0" err="1"/>
              <a:t>Suy</a:t>
            </a:r>
            <a:r>
              <a:rPr lang="en-US" sz="2000" dirty="0"/>
              <a:t> </a:t>
            </a:r>
            <a:r>
              <a:rPr lang="en-US" sz="2000" dirty="0" err="1"/>
              <a:t>diễn</a:t>
            </a:r>
            <a:r>
              <a:rPr lang="en-US" sz="2000" dirty="0"/>
              <a:t> </a:t>
            </a:r>
            <a:r>
              <a:rPr lang="en-US" sz="2000" dirty="0" err="1"/>
              <a:t>tiến</a:t>
            </a:r>
            <a:r>
              <a:rPr lang="en-US" sz="2000" dirty="0"/>
              <a:t> </a:t>
            </a:r>
            <a:r>
              <a:rPr lang="en-US" sz="2000" dirty="0" err="1"/>
              <a:t>hoặc</a:t>
            </a:r>
            <a:r>
              <a:rPr lang="en-US" sz="2000" dirty="0"/>
              <a:t> </a:t>
            </a:r>
            <a:r>
              <a:rPr lang="en-US" sz="2000" dirty="0" err="1"/>
              <a:t>Suy</a:t>
            </a:r>
            <a:r>
              <a:rPr lang="en-US" sz="2000" dirty="0"/>
              <a:t> </a:t>
            </a:r>
            <a:r>
              <a:rPr lang="en-US" sz="2000" dirty="0" err="1"/>
              <a:t>diễn</a:t>
            </a:r>
            <a:r>
              <a:rPr lang="en-US" sz="2000" dirty="0"/>
              <a:t> </a:t>
            </a:r>
            <a:r>
              <a:rPr lang="en-US" sz="2000" dirty="0" err="1"/>
              <a:t>lùi</a:t>
            </a:r>
            <a:r>
              <a:rPr lang="en-US" sz="2000" dirty="0"/>
              <a:t>, </a:t>
            </a:r>
            <a:r>
              <a:rPr lang="en-US" sz="2000" dirty="0" err="1"/>
              <a:t>hoặc</a:t>
            </a:r>
            <a:r>
              <a:rPr lang="en-US" sz="2000" dirty="0"/>
              <a:t> </a:t>
            </a:r>
            <a:r>
              <a:rPr lang="en-US" sz="2000" dirty="0" err="1"/>
              <a:t>dựa</a:t>
            </a:r>
            <a:r>
              <a:rPr lang="en-US" sz="2000" dirty="0"/>
              <a:t> </a:t>
            </a:r>
            <a:r>
              <a:rPr lang="en-US" sz="2000" dirty="0" err="1"/>
              <a:t>trên</a:t>
            </a:r>
            <a:r>
              <a:rPr lang="en-US" sz="2000" dirty="0"/>
              <a:t> </a:t>
            </a:r>
            <a:r>
              <a:rPr lang="en-US" sz="2000" dirty="0" err="1"/>
              <a:t>bài</a:t>
            </a:r>
            <a:r>
              <a:rPr lang="en-US" sz="2000" dirty="0"/>
              <a:t> </a:t>
            </a:r>
            <a:r>
              <a:rPr lang="en-US" sz="2000" dirty="0" err="1"/>
              <a:t>toán</a:t>
            </a:r>
            <a:r>
              <a:rPr lang="en-US" sz="2000" dirty="0"/>
              <a:t> </a:t>
            </a:r>
            <a:r>
              <a:rPr lang="en-US" sz="2000" dirty="0" err="1"/>
              <a:t>mẫu</a:t>
            </a:r>
            <a:r>
              <a:rPr lang="en-US" sz="2000" dirty="0"/>
              <a:t>.</a:t>
            </a:r>
          </a:p>
          <a:p>
            <a:r>
              <a:rPr lang="en-US" sz="2000" dirty="0" err="1">
                <a:effectLst/>
              </a:rPr>
              <a:t>Thuật</a:t>
            </a:r>
            <a:r>
              <a:rPr lang="en-US" sz="2000" dirty="0">
                <a:effectLst/>
              </a:rPr>
              <a:t> </a:t>
            </a:r>
            <a:r>
              <a:rPr lang="en-US" sz="2000" dirty="0" err="1">
                <a:effectLst/>
              </a:rPr>
              <a:t>toán</a:t>
            </a:r>
            <a:r>
              <a:rPr lang="en-US" sz="2000" dirty="0">
                <a:effectLst/>
              </a:rPr>
              <a:t> </a:t>
            </a:r>
            <a:r>
              <a:rPr lang="en-US" sz="2000" dirty="0" err="1">
                <a:effectLst/>
              </a:rPr>
              <a:t>Bổ</a:t>
            </a:r>
            <a:r>
              <a:rPr lang="en-US" sz="2000" dirty="0">
                <a:effectLst/>
              </a:rPr>
              <a:t> sung: </a:t>
            </a:r>
            <a:r>
              <a:rPr lang="en-US" sz="2000" dirty="0" err="1">
                <a:effectLst/>
              </a:rPr>
              <a:t>tích</a:t>
            </a:r>
            <a:r>
              <a:rPr lang="en-US" sz="2000" dirty="0">
                <a:effectLst/>
              </a:rPr>
              <a:t> </a:t>
            </a:r>
            <a:r>
              <a:rPr lang="en-US" sz="2000" dirty="0" err="1">
                <a:effectLst/>
              </a:rPr>
              <a:t>hợp</a:t>
            </a:r>
            <a:r>
              <a:rPr lang="en-US" sz="2000" dirty="0">
                <a:effectLst/>
              </a:rPr>
              <a:t> Bayesian inference </a:t>
            </a:r>
          </a:p>
          <a:p>
            <a:r>
              <a:rPr lang="en-US" sz="2000" dirty="0" err="1"/>
              <a:t>Đánh</a:t>
            </a:r>
            <a:r>
              <a:rPr lang="en-US" sz="2000" dirty="0"/>
              <a:t> </a:t>
            </a:r>
            <a:r>
              <a:rPr lang="en-US" sz="2000" dirty="0" err="1"/>
              <a:t>giá</a:t>
            </a:r>
            <a:r>
              <a:rPr lang="en-US" sz="2000" dirty="0"/>
              <a:t>: </a:t>
            </a:r>
          </a:p>
          <a:p>
            <a:r>
              <a:rPr lang="en-US" sz="2000" dirty="0" err="1">
                <a:effectLst/>
              </a:rPr>
              <a:t>Diễn</a:t>
            </a:r>
            <a:r>
              <a:rPr lang="en-US" sz="2000" dirty="0">
                <a:effectLst/>
              </a:rPr>
              <a:t> </a:t>
            </a:r>
            <a:r>
              <a:rPr lang="en-US" sz="2000" dirty="0" err="1">
                <a:effectLst/>
              </a:rPr>
              <a:t>giải</a:t>
            </a:r>
            <a:r>
              <a:rPr lang="en-US" sz="2000" dirty="0">
                <a:effectLst/>
              </a:rPr>
              <a:t> </a:t>
            </a:r>
            <a:r>
              <a:rPr lang="en-US" sz="2000" dirty="0" err="1">
                <a:effectLst/>
              </a:rPr>
              <a:t>Kết</a:t>
            </a:r>
            <a:r>
              <a:rPr lang="en-US" sz="2000" dirty="0">
                <a:effectLst/>
              </a:rPr>
              <a:t> </a:t>
            </a:r>
            <a:r>
              <a:rPr lang="en-US" sz="2000" dirty="0" err="1">
                <a:effectLst/>
              </a:rPr>
              <a:t>quả</a:t>
            </a:r>
            <a:r>
              <a:rPr lang="en-US" sz="2000" dirty="0">
                <a:effectLst/>
              </a:rPr>
              <a:t> (LLM): </a:t>
            </a:r>
            <a:r>
              <a:rPr lang="en-VN" sz="1800" kern="0" dirty="0">
                <a:effectLst/>
                <a:latin typeface="Times New Roman" panose="02020603050405020304" pitchFamily="18" charset="0"/>
                <a:ea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S</a:t>
            </a:r>
            <a:r>
              <a:rPr lang="en-VN" sz="1800" kern="0" dirty="0">
                <a:effectLst/>
                <a:latin typeface="KaTeX_Main"/>
                <a:ea typeface="Times New Roman" panose="02020603050405020304" pitchFamily="18" charset="0"/>
                <a:cs typeface="Times New Roman" panose="02020603050405020304" pitchFamily="18" charset="0"/>
              </a:rPr>
              <a:t>=[</a:t>
            </a:r>
            <a:r>
              <a:rPr lang="en-VN" sz="1800" i="1" kern="0" dirty="0">
                <a:effectLst/>
                <a:latin typeface="KaTeX_Math"/>
                <a:ea typeface="Times New Roman" panose="02020603050405020304" pitchFamily="18" charset="0"/>
                <a:cs typeface="Times New Roman" panose="02020603050405020304" pitchFamily="18" charset="0"/>
              </a:rPr>
              <a:t>s</a:t>
            </a:r>
            <a:r>
              <a:rPr lang="en-VN" sz="1800" kern="0" dirty="0">
                <a:effectLst/>
                <a:latin typeface="KaTeX_Main"/>
                <a:ea typeface="Times New Roman" panose="02020603050405020304" pitchFamily="18" charset="0"/>
                <a:cs typeface="Times New Roman" panose="02020603050405020304" pitchFamily="18" charset="0"/>
              </a:rPr>
              <a:t>1​,</a:t>
            </a:r>
            <a:r>
              <a:rPr lang="en-VN" sz="1800" i="1" kern="0" dirty="0">
                <a:effectLst/>
                <a:latin typeface="KaTeX_Math"/>
                <a:ea typeface="Times New Roman" panose="02020603050405020304" pitchFamily="18" charset="0"/>
                <a:cs typeface="Times New Roman" panose="02020603050405020304" pitchFamily="18" charset="0"/>
              </a:rPr>
              <a:t>s</a:t>
            </a:r>
            <a:r>
              <a:rPr lang="en-VN" sz="1800" kern="0" dirty="0">
                <a:effectLst/>
                <a:latin typeface="KaTeX_Main"/>
                <a:ea typeface="Times New Roman" panose="02020603050405020304" pitchFamily="18" charset="0"/>
                <a:cs typeface="Times New Roman" panose="02020603050405020304" pitchFamily="18" charset="0"/>
              </a:rPr>
              <a:t>2​,…,</a:t>
            </a:r>
            <a:r>
              <a:rPr lang="en-VN" sz="1800" i="1" kern="0" dirty="0">
                <a:effectLst/>
                <a:latin typeface="KaTeX_Math"/>
                <a:ea typeface="Times New Roman" panose="02020603050405020304" pitchFamily="18" charset="0"/>
                <a:cs typeface="Times New Roman" panose="02020603050405020304" pitchFamily="18" charset="0"/>
              </a:rPr>
              <a:t>sm</a:t>
            </a:r>
            <a:r>
              <a:rPr lang="en-VN" sz="1800" kern="0" dirty="0">
                <a:effectLst/>
                <a:latin typeface="KaTeX_Main"/>
                <a:ea typeface="Times New Roman" panose="02020603050405020304" pitchFamily="18" charset="0"/>
                <a:cs typeface="Times New Roman" panose="02020603050405020304" pitchFamily="18" charset="0"/>
              </a:rPr>
              <a:t>​]</a:t>
            </a:r>
            <a:r>
              <a:rPr lang="en-VN" sz="1800" kern="0" dirty="0">
                <a:effectLst/>
                <a:latin typeface="Times New Roman" panose="02020603050405020304" pitchFamily="18" charset="0"/>
                <a:ea typeface="Times New Roman" panose="02020603050405020304" pitchFamily="18" charset="0"/>
              </a:rPr>
              <a:t>)  -&gt; </a:t>
            </a:r>
            <a:r>
              <a:rPr lang="vi-VN" sz="1800" kern="0" dirty="0">
                <a:effectLst/>
                <a:latin typeface="Times New Roman" panose="02020603050405020304" pitchFamily="18" charset="0"/>
                <a:ea typeface="Times New Roman" panose="02020603050405020304" pitchFamily="18" charset="0"/>
              </a:rPr>
              <a:t>diễn giải yếu tố ảnh hưởng đến điểm tín dụng bằng văn bản tự nhiên. </a:t>
            </a:r>
            <a:endParaRPr lang="en-VN" sz="2000" dirty="0">
              <a:effectLst/>
            </a:endParaRPr>
          </a:p>
          <a:p>
            <a:endParaRPr sz="24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318"/>
        <p:cNvGrpSpPr/>
        <p:nvPr/>
      </p:nvGrpSpPr>
      <p:grpSpPr>
        <a:xfrm>
          <a:off x="0" y="0"/>
          <a:ext cx="0" cy="0"/>
          <a:chOff x="0" y="0"/>
          <a:chExt cx="0" cy="0"/>
        </a:xfrm>
      </p:grpSpPr>
      <p:pic>
        <p:nvPicPr>
          <p:cNvPr id="319" name="Google Shape;319;g38e5a8cff03_0_0"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320" name="Google Shape;320;g38e5a8cff03_0_0"/>
          <p:cNvSpPr txBox="1"/>
          <p:nvPr/>
        </p:nvSpPr>
        <p:spPr>
          <a:xfrm>
            <a:off x="2235745" y="230734"/>
            <a:ext cx="7720500"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err="1">
                <a:solidFill>
                  <a:srgbClr val="1B09FF"/>
                </a:solidFill>
              </a:rPr>
              <a:t>Báo</a:t>
            </a:r>
            <a:r>
              <a:rPr lang="en-US" sz="4400" b="1" dirty="0">
                <a:solidFill>
                  <a:srgbClr val="1B09FF"/>
                </a:solidFill>
              </a:rPr>
              <a:t> </a:t>
            </a:r>
            <a:r>
              <a:rPr lang="en-US" sz="4400" b="1" dirty="0" err="1">
                <a:solidFill>
                  <a:srgbClr val="1B09FF"/>
                </a:solidFill>
              </a:rPr>
              <a:t>cáo</a:t>
            </a:r>
            <a:r>
              <a:rPr lang="en-US" sz="4400" b="1" dirty="0">
                <a:solidFill>
                  <a:srgbClr val="1B09FF"/>
                </a:solidFill>
              </a:rPr>
              <a:t> </a:t>
            </a:r>
            <a:r>
              <a:rPr lang="en-US" sz="4400" b="1" dirty="0" err="1">
                <a:solidFill>
                  <a:srgbClr val="1B09FF"/>
                </a:solidFill>
              </a:rPr>
              <a:t>đánh</a:t>
            </a:r>
            <a:r>
              <a:rPr lang="en-US" sz="4400" b="1" dirty="0">
                <a:solidFill>
                  <a:srgbClr val="1B09FF"/>
                </a:solidFill>
              </a:rPr>
              <a:t> </a:t>
            </a:r>
            <a:r>
              <a:rPr lang="en-US" sz="4400" b="1" dirty="0" err="1">
                <a:solidFill>
                  <a:srgbClr val="1B09FF"/>
                </a:solidFill>
              </a:rPr>
              <a:t>giá</a:t>
            </a:r>
            <a:r>
              <a:rPr lang="en-US" sz="4400" b="1" dirty="0">
                <a:solidFill>
                  <a:srgbClr val="1B09FF"/>
                </a:solidFill>
              </a:rPr>
              <a:t> </a:t>
            </a:r>
            <a:r>
              <a:rPr lang="en-US" sz="4400" b="1" dirty="0" err="1">
                <a:solidFill>
                  <a:srgbClr val="1B09FF"/>
                </a:solidFill>
              </a:rPr>
              <a:t>mô</a:t>
            </a:r>
            <a:r>
              <a:rPr lang="en-US" sz="4400" b="1" dirty="0">
                <a:solidFill>
                  <a:srgbClr val="1B09FF"/>
                </a:solidFill>
              </a:rPr>
              <a:t> </a:t>
            </a:r>
            <a:r>
              <a:rPr lang="en-US" sz="4400" b="1" dirty="0" err="1">
                <a:solidFill>
                  <a:srgbClr val="1B09FF"/>
                </a:solidFill>
              </a:rPr>
              <a:t>hình</a:t>
            </a:r>
            <a:r>
              <a:rPr lang="en-US" sz="4400" b="1" dirty="0">
                <a:solidFill>
                  <a:srgbClr val="1B09FF"/>
                </a:solidFill>
              </a:rPr>
              <a:t>.</a:t>
            </a:r>
          </a:p>
        </p:txBody>
      </p:sp>
      <p:sp>
        <p:nvSpPr>
          <p:cNvPr id="321" name="Google Shape;321;g38e5a8cff03_0_0"/>
          <p:cNvSpPr txBox="1"/>
          <p:nvPr/>
        </p:nvSpPr>
        <p:spPr>
          <a:xfrm>
            <a:off x="11717519" y="6229350"/>
            <a:ext cx="4746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000000"/>
                </a:solidFill>
                <a:latin typeface="Arial"/>
                <a:ea typeface="Arial"/>
                <a:cs typeface="Arial"/>
                <a:sym typeface="Arial"/>
              </a:rPr>
              <a:t>5</a:t>
            </a:r>
            <a:endParaRPr sz="1800">
              <a:solidFill>
                <a:srgbClr val="000000"/>
              </a:solidFill>
              <a:latin typeface="Arial"/>
              <a:ea typeface="Arial"/>
              <a:cs typeface="Arial"/>
              <a:sym typeface="Arial"/>
            </a:endParaRPr>
          </a:p>
        </p:txBody>
      </p:sp>
      <p:sp>
        <p:nvSpPr>
          <p:cNvPr id="323" name="Google Shape;323;g38e5a8cff03_0_0"/>
          <p:cNvSpPr txBox="1"/>
          <p:nvPr/>
        </p:nvSpPr>
        <p:spPr>
          <a:xfrm>
            <a:off x="352199" y="1000225"/>
            <a:ext cx="6297900" cy="461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rPr>
              <a:t>Mã giả cho việc xây dựng dữ liệu</a:t>
            </a:r>
            <a:endParaRPr sz="2400" b="1">
              <a:solidFill>
                <a:schemeClr val="dk1"/>
              </a:solidFill>
            </a:endParaRPr>
          </a:p>
        </p:txBody>
      </p:sp>
      <p:pic>
        <p:nvPicPr>
          <p:cNvPr id="3" name="Picture 2">
            <a:extLst>
              <a:ext uri="{FF2B5EF4-FFF2-40B4-BE49-F238E27FC236}">
                <a16:creationId xmlns:a16="http://schemas.microsoft.com/office/drawing/2014/main" id="{3B467C29-636D-8CAA-D46F-C978E02E441A}"/>
              </a:ext>
            </a:extLst>
          </p:cNvPr>
          <p:cNvPicPr>
            <a:picLocks noChangeAspect="1"/>
          </p:cNvPicPr>
          <p:nvPr/>
        </p:nvPicPr>
        <p:blipFill>
          <a:blip r:embed="rId5"/>
          <a:stretch>
            <a:fillRect/>
          </a:stretch>
        </p:blipFill>
        <p:spPr>
          <a:xfrm>
            <a:off x="2682342" y="1480017"/>
            <a:ext cx="9272477" cy="2094329"/>
          </a:xfrm>
          <a:prstGeom prst="rect">
            <a:avLst/>
          </a:prstGeom>
        </p:spPr>
      </p:pic>
      <p:pic>
        <p:nvPicPr>
          <p:cNvPr id="4" name="Picture 3">
            <a:extLst>
              <a:ext uri="{FF2B5EF4-FFF2-40B4-BE49-F238E27FC236}">
                <a16:creationId xmlns:a16="http://schemas.microsoft.com/office/drawing/2014/main" id="{647B8576-2110-858F-736D-CC0BC9195DD4}"/>
              </a:ext>
            </a:extLst>
          </p:cNvPr>
          <p:cNvPicPr>
            <a:picLocks noChangeAspect="1"/>
          </p:cNvPicPr>
          <p:nvPr/>
        </p:nvPicPr>
        <p:blipFill>
          <a:blip r:embed="rId6"/>
          <a:stretch>
            <a:fillRect/>
          </a:stretch>
        </p:blipFill>
        <p:spPr>
          <a:xfrm>
            <a:off x="6510603" y="4017954"/>
            <a:ext cx="3694941" cy="20504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306"/>
        <p:cNvGrpSpPr/>
        <p:nvPr/>
      </p:nvGrpSpPr>
      <p:grpSpPr>
        <a:xfrm>
          <a:off x="0" y="0"/>
          <a:ext cx="0" cy="0"/>
          <a:chOff x="0" y="0"/>
          <a:chExt cx="0" cy="0"/>
        </a:xfrm>
      </p:grpSpPr>
      <p:pic>
        <p:nvPicPr>
          <p:cNvPr id="307" name="Google Shape;307;g38c6d5c56e5_0_22"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308" name="Google Shape;308;g38c6d5c56e5_0_22"/>
          <p:cNvSpPr txBox="1"/>
          <p:nvPr/>
        </p:nvSpPr>
        <p:spPr>
          <a:xfrm>
            <a:off x="1586400" y="205683"/>
            <a:ext cx="7720500"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err="1">
                <a:solidFill>
                  <a:srgbClr val="1B09FF"/>
                </a:solidFill>
              </a:rPr>
              <a:t>Hiển</a:t>
            </a:r>
            <a:r>
              <a:rPr lang="en-US" sz="4400" b="1" dirty="0">
                <a:solidFill>
                  <a:srgbClr val="1B09FF"/>
                </a:solidFill>
              </a:rPr>
              <a:t> </a:t>
            </a:r>
            <a:r>
              <a:rPr lang="en-US" sz="4400" b="1" dirty="0" err="1">
                <a:solidFill>
                  <a:srgbClr val="1B09FF"/>
                </a:solidFill>
              </a:rPr>
              <a:t>thị</a:t>
            </a:r>
            <a:r>
              <a:rPr lang="en-US" sz="4400" b="1" dirty="0">
                <a:solidFill>
                  <a:srgbClr val="1B09FF"/>
                </a:solidFill>
              </a:rPr>
              <a:t> </a:t>
            </a:r>
            <a:r>
              <a:rPr lang="en-US" sz="4400" b="1" dirty="0" err="1">
                <a:solidFill>
                  <a:srgbClr val="1B09FF"/>
                </a:solidFill>
              </a:rPr>
              <a:t>biểu</a:t>
            </a:r>
            <a:r>
              <a:rPr lang="en-US" sz="4400" b="1" dirty="0">
                <a:solidFill>
                  <a:srgbClr val="1B09FF"/>
                </a:solidFill>
              </a:rPr>
              <a:t> </a:t>
            </a:r>
            <a:r>
              <a:rPr lang="en-US" sz="4400" b="1" dirty="0" err="1">
                <a:solidFill>
                  <a:srgbClr val="1B09FF"/>
                </a:solidFill>
              </a:rPr>
              <a:t>đồ</a:t>
            </a:r>
            <a:r>
              <a:rPr lang="en-US" sz="4400" b="1" dirty="0">
                <a:solidFill>
                  <a:srgbClr val="1B09FF"/>
                </a:solidFill>
              </a:rPr>
              <a:t> </a:t>
            </a:r>
            <a:r>
              <a:rPr lang="en-US" sz="4400" b="1" dirty="0" err="1">
                <a:solidFill>
                  <a:srgbClr val="1B09FF"/>
                </a:solidFill>
              </a:rPr>
              <a:t>nhân</a:t>
            </a:r>
            <a:r>
              <a:rPr lang="en-US" sz="4400" b="1" dirty="0">
                <a:solidFill>
                  <a:srgbClr val="1B09FF"/>
                </a:solidFill>
              </a:rPr>
              <a:t> </a:t>
            </a:r>
            <a:r>
              <a:rPr lang="en-US" sz="4400" b="1" dirty="0" err="1">
                <a:solidFill>
                  <a:srgbClr val="1B09FF"/>
                </a:solidFill>
              </a:rPr>
              <a:t>quả</a:t>
            </a:r>
            <a:r>
              <a:rPr lang="en-US" sz="4400" b="1" dirty="0">
                <a:solidFill>
                  <a:srgbClr val="1B09FF"/>
                </a:solidFill>
              </a:rPr>
              <a:t>.</a:t>
            </a:r>
          </a:p>
        </p:txBody>
      </p:sp>
      <p:sp>
        <p:nvSpPr>
          <p:cNvPr id="309" name="Google Shape;309;g38c6d5c56e5_0_22"/>
          <p:cNvSpPr txBox="1"/>
          <p:nvPr/>
        </p:nvSpPr>
        <p:spPr>
          <a:xfrm>
            <a:off x="11717519" y="6229350"/>
            <a:ext cx="4746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t>8</a:t>
            </a:r>
            <a:endParaRPr sz="180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AAA26BDB-67E3-3C45-ADC7-17500D03AC12}"/>
              </a:ext>
            </a:extLst>
          </p:cNvPr>
          <p:cNvPicPr>
            <a:picLocks noChangeAspect="1"/>
          </p:cNvPicPr>
          <p:nvPr/>
        </p:nvPicPr>
        <p:blipFill>
          <a:blip r:embed="rId5"/>
          <a:stretch>
            <a:fillRect/>
          </a:stretch>
        </p:blipFill>
        <p:spPr>
          <a:xfrm>
            <a:off x="2514600" y="1254816"/>
            <a:ext cx="7772400" cy="41802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297"/>
        <p:cNvGrpSpPr/>
        <p:nvPr/>
      </p:nvGrpSpPr>
      <p:grpSpPr>
        <a:xfrm>
          <a:off x="0" y="0"/>
          <a:ext cx="0" cy="0"/>
          <a:chOff x="0" y="0"/>
          <a:chExt cx="0" cy="0"/>
        </a:xfrm>
      </p:grpSpPr>
      <p:pic>
        <p:nvPicPr>
          <p:cNvPr id="298" name="Google Shape;298;g38c6d5c56e5_0_43"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299" name="Google Shape;299;g38c6d5c56e5_0_43"/>
          <p:cNvSpPr txBox="1"/>
          <p:nvPr/>
        </p:nvSpPr>
        <p:spPr>
          <a:xfrm>
            <a:off x="2452895" y="334309"/>
            <a:ext cx="7720500" cy="1661953"/>
          </a:xfrm>
          <a:prstGeom prst="rect">
            <a:avLst/>
          </a:prstGeom>
          <a:noFill/>
          <a:ln>
            <a:noFill/>
          </a:ln>
        </p:spPr>
        <p:txBody>
          <a:bodyPr spcFirstLastPara="1" wrap="square" lIns="91425" tIns="45700" rIns="91425" bIns="45700" anchor="t" anchorCtr="0">
            <a:spAutoFit/>
          </a:bodyPr>
          <a:lstStyle/>
          <a:p>
            <a:pPr algn="ctr"/>
            <a:r>
              <a:rPr lang="en-US" sz="4400" b="1" dirty="0">
                <a:solidFill>
                  <a:srgbClr val="1B09FF"/>
                </a:solidFill>
              </a:rPr>
              <a:t>3. </a:t>
            </a:r>
            <a:r>
              <a:rPr lang="en-US" sz="4400" b="1" dirty="0">
                <a:solidFill>
                  <a:srgbClr val="1B09FF"/>
                </a:solidFill>
                <a:latin typeface="Arial"/>
                <a:ea typeface="Arial"/>
                <a:cs typeface="Arial"/>
                <a:sym typeface="Arial"/>
              </a:rPr>
              <a:t>Demo </a:t>
            </a:r>
            <a:r>
              <a:rPr lang="en-US" sz="4400" b="1" dirty="0" err="1">
                <a:solidFill>
                  <a:srgbClr val="1B09FF"/>
                </a:solidFill>
                <a:latin typeface="Arial"/>
                <a:ea typeface="Arial"/>
                <a:cs typeface="Arial"/>
                <a:sym typeface="Arial"/>
              </a:rPr>
              <a:t>nhập</a:t>
            </a:r>
            <a:r>
              <a:rPr lang="en-US" sz="4400" b="1" dirty="0">
                <a:solidFill>
                  <a:srgbClr val="1B09FF"/>
                </a:solidFill>
                <a:latin typeface="Arial"/>
                <a:ea typeface="Arial"/>
                <a:cs typeface="Arial"/>
                <a:sym typeface="Arial"/>
              </a:rPr>
              <a:t> </a:t>
            </a:r>
            <a:r>
              <a:rPr lang="en-US" sz="4400" b="1" dirty="0" err="1">
                <a:solidFill>
                  <a:srgbClr val="1B09FF"/>
                </a:solidFill>
                <a:latin typeface="Arial"/>
                <a:ea typeface="Arial"/>
                <a:cs typeface="Arial"/>
                <a:sym typeface="Arial"/>
              </a:rPr>
              <a:t>thông</a:t>
            </a:r>
            <a:r>
              <a:rPr lang="en-US" sz="4400" b="1" dirty="0">
                <a:solidFill>
                  <a:srgbClr val="1B09FF"/>
                </a:solidFill>
                <a:latin typeface="Arial"/>
                <a:ea typeface="Arial"/>
                <a:cs typeface="Arial"/>
                <a:sym typeface="Arial"/>
              </a:rPr>
              <a:t> tin </a:t>
            </a:r>
            <a:r>
              <a:rPr lang="en-US" sz="4400" b="1" dirty="0" err="1">
                <a:solidFill>
                  <a:srgbClr val="1B09FF"/>
                </a:solidFill>
                <a:latin typeface="Arial"/>
                <a:ea typeface="Arial"/>
                <a:cs typeface="Arial"/>
                <a:sym typeface="Arial"/>
              </a:rPr>
              <a:t>cá</a:t>
            </a:r>
            <a:r>
              <a:rPr lang="en-US" sz="4400" b="1" dirty="0">
                <a:solidFill>
                  <a:srgbClr val="1B09FF"/>
                </a:solidFill>
                <a:latin typeface="Arial"/>
                <a:ea typeface="Arial"/>
                <a:cs typeface="Arial"/>
                <a:sym typeface="Arial"/>
              </a:rPr>
              <a:t> </a:t>
            </a:r>
            <a:r>
              <a:rPr lang="en-US" sz="4400" b="1" dirty="0" err="1">
                <a:solidFill>
                  <a:srgbClr val="1B09FF"/>
                </a:solidFill>
                <a:latin typeface="Arial"/>
                <a:ea typeface="Arial"/>
                <a:cs typeface="Arial"/>
                <a:sym typeface="Arial"/>
              </a:rPr>
              <a:t>nhân</a:t>
            </a:r>
            <a:endParaRPr lang="en-US" sz="4400" b="1" dirty="0">
              <a:solidFill>
                <a:srgbClr val="1B09FF"/>
              </a:solidFill>
              <a:latin typeface="Arial"/>
              <a:ea typeface="Arial"/>
              <a:cs typeface="Arial"/>
              <a:sym typeface="Arial"/>
            </a:endParaRPr>
          </a:p>
          <a:p>
            <a:pPr algn="ctr"/>
            <a:endParaRPr dirty="0"/>
          </a:p>
        </p:txBody>
      </p:sp>
      <p:sp>
        <p:nvSpPr>
          <p:cNvPr id="300" name="Google Shape;300;g38c6d5c56e5_0_43"/>
          <p:cNvSpPr txBox="1"/>
          <p:nvPr/>
        </p:nvSpPr>
        <p:spPr>
          <a:xfrm>
            <a:off x="11717519" y="6229350"/>
            <a:ext cx="4746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t>7</a:t>
            </a:r>
            <a:endParaRPr sz="1800">
              <a:solidFill>
                <a:schemeClr val="dk1"/>
              </a:solidFill>
              <a:latin typeface="Arial"/>
              <a:ea typeface="Arial"/>
              <a:cs typeface="Arial"/>
              <a:sym typeface="Arial"/>
            </a:endParaRPr>
          </a:p>
        </p:txBody>
      </p:sp>
      <p:sp>
        <p:nvSpPr>
          <p:cNvPr id="301" name="Google Shape;301;g38c6d5c56e5_0_43"/>
          <p:cNvSpPr txBox="1"/>
          <p:nvPr/>
        </p:nvSpPr>
        <p:spPr>
          <a:xfrm>
            <a:off x="238963" y="1266923"/>
            <a:ext cx="4093800" cy="3786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chemeClr val="dk1"/>
                </a:solidFill>
              </a:rPr>
              <a:t>IMDB non-commerce</a:t>
            </a:r>
            <a:endParaRPr sz="2400" b="1">
              <a:solidFill>
                <a:schemeClr val="dk1"/>
              </a:solidFill>
            </a:endParaRPr>
          </a:p>
          <a:p>
            <a:pPr marL="0" marR="0" lvl="0" indent="0" algn="just" rtl="0">
              <a:spcBef>
                <a:spcPts val="0"/>
              </a:spcBef>
              <a:spcAft>
                <a:spcPts val="0"/>
              </a:spcAft>
              <a:buNone/>
            </a:pPr>
            <a:endParaRPr sz="2400">
              <a:solidFill>
                <a:schemeClr val="dk1"/>
              </a:solidFill>
            </a:endParaRPr>
          </a:p>
          <a:p>
            <a:pPr marL="0" marR="0" lvl="0" indent="0" algn="just" rtl="0">
              <a:spcBef>
                <a:spcPts val="0"/>
              </a:spcBef>
              <a:spcAft>
                <a:spcPts val="0"/>
              </a:spcAft>
              <a:buNone/>
            </a:pPr>
            <a:r>
              <a:rPr lang="en-US" sz="2400">
                <a:solidFill>
                  <a:schemeClr val="dk1"/>
                </a:solidFill>
              </a:rPr>
              <a:t>IMDB (Internet Movie Database) cung cấp một bộ Non-Commercial Datasets dành cho mục đích cá nhân và nghiên cứu phi thương mại thông qua trang IMDb Developer. </a:t>
            </a:r>
            <a:endParaRPr sz="2400">
              <a:solidFill>
                <a:schemeClr val="dk1"/>
              </a:solidFill>
            </a:endParaRPr>
          </a:p>
          <a:p>
            <a:pPr marL="0" marR="0" lvl="0" indent="0" algn="just" rtl="0">
              <a:spcBef>
                <a:spcPts val="0"/>
              </a:spcBef>
              <a:spcAft>
                <a:spcPts val="0"/>
              </a:spcAft>
              <a:buNone/>
            </a:pPr>
            <a:endParaRPr sz="2400" b="1">
              <a:solidFill>
                <a:schemeClr val="dk1"/>
              </a:solidFill>
            </a:endParaRPr>
          </a:p>
        </p:txBody>
      </p:sp>
      <p:pic>
        <p:nvPicPr>
          <p:cNvPr id="302" name="Google Shape;302;g38c6d5c56e5_0_43" title="Screenshot 2025-10-14 at 20.00.25.png"/>
          <p:cNvPicPr preferRelativeResize="0"/>
          <p:nvPr/>
        </p:nvPicPr>
        <p:blipFill>
          <a:blip r:embed="rId5">
            <a:alphaModFix/>
          </a:blip>
          <a:stretch>
            <a:fillRect/>
          </a:stretch>
        </p:blipFill>
        <p:spPr>
          <a:xfrm>
            <a:off x="4680195" y="2106805"/>
            <a:ext cx="7532826" cy="36413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428"/>
        <p:cNvGrpSpPr/>
        <p:nvPr/>
      </p:nvGrpSpPr>
      <p:grpSpPr>
        <a:xfrm>
          <a:off x="0" y="0"/>
          <a:ext cx="0" cy="0"/>
          <a:chOff x="0" y="0"/>
          <a:chExt cx="0" cy="0"/>
        </a:xfrm>
      </p:grpSpPr>
      <p:pic>
        <p:nvPicPr>
          <p:cNvPr id="429" name="Google Shape;429;p9"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430" name="Google Shape;430;p9"/>
          <p:cNvSpPr txBox="1"/>
          <p:nvPr/>
        </p:nvSpPr>
        <p:spPr>
          <a:xfrm>
            <a:off x="1833463" y="350252"/>
            <a:ext cx="9264624"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B09FF"/>
              </a:buClr>
              <a:buSzPts val="4400"/>
              <a:buFont typeface="Arial"/>
              <a:buNone/>
            </a:pPr>
            <a:r>
              <a:rPr lang="en-US" sz="4400" b="1" i="0" u="none" strike="noStrike" cap="none">
                <a:solidFill>
                  <a:srgbClr val="1B09FF"/>
                </a:solidFill>
                <a:latin typeface="Arial"/>
                <a:ea typeface="Arial"/>
                <a:cs typeface="Arial"/>
                <a:sym typeface="Arial"/>
              </a:rPr>
              <a:t>Tài </a:t>
            </a:r>
            <a:r>
              <a:rPr lang="en-US" sz="4400" b="1">
                <a:solidFill>
                  <a:srgbClr val="1B09FF"/>
                </a:solidFill>
                <a:latin typeface="Arial"/>
                <a:ea typeface="Arial"/>
                <a:cs typeface="Arial"/>
                <a:sym typeface="Arial"/>
              </a:rPr>
              <a:t>L</a:t>
            </a:r>
            <a:r>
              <a:rPr lang="en-US" sz="4400" b="1" i="0" u="none" strike="noStrike" cap="none">
                <a:solidFill>
                  <a:srgbClr val="1B09FF"/>
                </a:solidFill>
                <a:latin typeface="Arial"/>
                <a:ea typeface="Arial"/>
                <a:cs typeface="Arial"/>
                <a:sym typeface="Arial"/>
              </a:rPr>
              <a:t>iệu </a:t>
            </a:r>
            <a:r>
              <a:rPr lang="en-US" sz="4400" b="1">
                <a:solidFill>
                  <a:srgbClr val="1B09FF"/>
                </a:solidFill>
                <a:latin typeface="Arial"/>
                <a:ea typeface="Arial"/>
                <a:cs typeface="Arial"/>
                <a:sym typeface="Arial"/>
              </a:rPr>
              <a:t>T</a:t>
            </a:r>
            <a:r>
              <a:rPr lang="en-US" sz="4400" b="1" i="0" u="none" strike="noStrike" cap="none">
                <a:solidFill>
                  <a:srgbClr val="1B09FF"/>
                </a:solidFill>
                <a:latin typeface="Arial"/>
                <a:ea typeface="Arial"/>
                <a:cs typeface="Arial"/>
                <a:sym typeface="Arial"/>
              </a:rPr>
              <a:t>ham </a:t>
            </a:r>
            <a:r>
              <a:rPr lang="en-US" sz="4400" b="1">
                <a:solidFill>
                  <a:srgbClr val="1B09FF"/>
                </a:solidFill>
                <a:latin typeface="Arial"/>
                <a:ea typeface="Arial"/>
                <a:cs typeface="Arial"/>
                <a:sym typeface="Arial"/>
              </a:rPr>
              <a:t>K</a:t>
            </a:r>
            <a:r>
              <a:rPr lang="en-US" sz="4400" b="1" i="0" u="none" strike="noStrike" cap="none">
                <a:solidFill>
                  <a:srgbClr val="1B09FF"/>
                </a:solidFill>
                <a:latin typeface="Arial"/>
                <a:ea typeface="Arial"/>
                <a:cs typeface="Arial"/>
                <a:sym typeface="Arial"/>
              </a:rPr>
              <a:t>hảo</a:t>
            </a:r>
            <a:endParaRPr sz="4400" b="1" i="0" u="none" strike="noStrike" cap="none">
              <a:solidFill>
                <a:srgbClr val="1B09FF"/>
              </a:solidFill>
              <a:latin typeface="Arial"/>
              <a:ea typeface="Arial"/>
              <a:cs typeface="Arial"/>
              <a:sym typeface="Arial"/>
            </a:endParaRPr>
          </a:p>
        </p:txBody>
      </p:sp>
      <p:sp>
        <p:nvSpPr>
          <p:cNvPr id="431" name="Google Shape;431;p9"/>
          <p:cNvSpPr txBox="1">
            <a:spLocks noGrp="1"/>
          </p:cNvSpPr>
          <p:nvPr>
            <p:ph type="body" idx="1"/>
          </p:nvPr>
        </p:nvSpPr>
        <p:spPr>
          <a:xfrm>
            <a:off x="886121" y="1628482"/>
            <a:ext cx="10831398" cy="4600868"/>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000000"/>
              </a:buClr>
              <a:buSzPts val="1200"/>
              <a:buNone/>
            </a:pPr>
            <a:r>
              <a:rPr lang="en-US" sz="1200">
                <a:solidFill>
                  <a:srgbClr val="000000"/>
                </a:solidFill>
              </a:rPr>
              <a:t>Wu, Yike, et al. "Retrieve-rewrite-answer: A kg-to-text enhanced llms framework for knowledge graph question answering." arXiv preprint arXiv:2309.11206 (2023).</a:t>
            </a:r>
            <a:endParaRPr/>
          </a:p>
          <a:p>
            <a:pPr marL="0" lvl="0" indent="0" algn="just" rtl="0">
              <a:lnSpc>
                <a:spcPct val="150000"/>
              </a:lnSpc>
              <a:spcBef>
                <a:spcPts val="1040"/>
              </a:spcBef>
              <a:spcAft>
                <a:spcPts val="0"/>
              </a:spcAft>
              <a:buClr>
                <a:srgbClr val="000000"/>
              </a:buClr>
              <a:buSzPts val="1200"/>
              <a:buNone/>
            </a:pPr>
            <a:r>
              <a:rPr lang="en-US" sz="1200">
                <a:solidFill>
                  <a:srgbClr val="000000"/>
                </a:solidFill>
              </a:rPr>
              <a:t>MetaQA dataset https://github.com/yuyuz/MetaQA</a:t>
            </a:r>
            <a:endParaRPr sz="1200">
              <a:solidFill>
                <a:srgbClr val="000000"/>
              </a:solidFill>
            </a:endParaRPr>
          </a:p>
          <a:p>
            <a:pPr marL="0" lvl="0" indent="0" algn="just" rtl="0">
              <a:lnSpc>
                <a:spcPct val="150000"/>
              </a:lnSpc>
              <a:spcBef>
                <a:spcPts val="1040"/>
              </a:spcBef>
              <a:spcAft>
                <a:spcPts val="0"/>
              </a:spcAft>
              <a:buClr>
                <a:srgbClr val="000000"/>
              </a:buClr>
              <a:buSzPts val="1200"/>
              <a:buNone/>
            </a:pPr>
            <a:r>
              <a:rPr lang="en-US" sz="1200">
                <a:solidFill>
                  <a:srgbClr val="000000"/>
                </a:solidFill>
              </a:rPr>
              <a:t>TMDB dataset </a:t>
            </a:r>
            <a:r>
              <a:rPr lang="en-US" sz="1200" u="sng">
                <a:solidFill>
                  <a:schemeClr val="hlink"/>
                </a:solidFill>
                <a:hlinkClick r:id="rId5"/>
              </a:rPr>
              <a:t>https://www.kaggle.com/datasets/asaniczka/tmdb-movies-dataset-2023-930k-movies</a:t>
            </a:r>
            <a:endParaRPr sz="1200">
              <a:solidFill>
                <a:srgbClr val="000000"/>
              </a:solidFill>
            </a:endParaRPr>
          </a:p>
          <a:p>
            <a:pPr marL="0" lvl="0" indent="0" algn="just" rtl="0">
              <a:lnSpc>
                <a:spcPct val="150000"/>
              </a:lnSpc>
              <a:spcBef>
                <a:spcPts val="1040"/>
              </a:spcBef>
              <a:spcAft>
                <a:spcPts val="0"/>
              </a:spcAft>
              <a:buClr>
                <a:srgbClr val="000000"/>
              </a:buClr>
              <a:buSzPts val="1200"/>
              <a:buNone/>
            </a:pPr>
            <a:r>
              <a:rPr lang="en-US" sz="1200">
                <a:solidFill>
                  <a:srgbClr val="000000"/>
                </a:solidFill>
              </a:rPr>
              <a:t>IMDB non-commercial </a:t>
            </a:r>
            <a:r>
              <a:rPr lang="en-US" sz="1200" u="sng">
                <a:solidFill>
                  <a:schemeClr val="hlink"/>
                </a:solidFill>
                <a:hlinkClick r:id="rId6"/>
              </a:rPr>
              <a:t>https://developer.imdb.com/non-commercial-datasets/</a:t>
            </a:r>
            <a:endParaRPr sz="1200">
              <a:solidFill>
                <a:srgbClr val="000000"/>
              </a:solidFill>
            </a:endParaRPr>
          </a:p>
          <a:p>
            <a:pPr marL="0" lvl="0" indent="0" algn="just" rtl="0">
              <a:lnSpc>
                <a:spcPct val="150000"/>
              </a:lnSpc>
              <a:spcBef>
                <a:spcPts val="1040"/>
              </a:spcBef>
              <a:spcAft>
                <a:spcPts val="0"/>
              </a:spcAft>
              <a:buClr>
                <a:srgbClr val="000000"/>
              </a:buClr>
              <a:buSzPts val="1200"/>
              <a:buNone/>
            </a:pPr>
            <a:r>
              <a:rPr lang="en-US" sz="1200">
                <a:solidFill>
                  <a:srgbClr val="000000"/>
                </a:solidFill>
              </a:rPr>
              <a:t>Meta. (n.d.). Meta LLaMA 3 [Blog post]. Meta AI. https://ai.meta.com/blog/meta-llama-3/</a:t>
            </a:r>
            <a:endParaRPr sz="1200">
              <a:solidFill>
                <a:srgbClr val="000000"/>
              </a:solidFill>
            </a:endParaRPr>
          </a:p>
        </p:txBody>
      </p:sp>
      <p:sp>
        <p:nvSpPr>
          <p:cNvPr id="432" name="Google Shape;432;p9"/>
          <p:cNvSpPr txBox="1"/>
          <p:nvPr/>
        </p:nvSpPr>
        <p:spPr>
          <a:xfrm>
            <a:off x="11717519" y="6229350"/>
            <a:ext cx="474482"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000000"/>
                </a:solidFill>
                <a:latin typeface="Arial"/>
                <a:ea typeface="Arial"/>
                <a:cs typeface="Arial"/>
                <a:sym typeface="Arial"/>
              </a:rPr>
              <a:t>9</a:t>
            </a:r>
            <a:endParaRPr sz="18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436"/>
        <p:cNvGrpSpPr/>
        <p:nvPr/>
      </p:nvGrpSpPr>
      <p:grpSpPr>
        <a:xfrm>
          <a:off x="0" y="0"/>
          <a:ext cx="0" cy="0"/>
          <a:chOff x="0" y="0"/>
          <a:chExt cx="0" cy="0"/>
        </a:xfrm>
      </p:grpSpPr>
      <p:pic>
        <p:nvPicPr>
          <p:cNvPr id="437" name="Google Shape;437;p10"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sp>
        <p:nvSpPr>
          <p:cNvPr id="438" name="Google Shape;438;p10"/>
          <p:cNvSpPr txBox="1"/>
          <p:nvPr/>
        </p:nvSpPr>
        <p:spPr>
          <a:xfrm>
            <a:off x="1700980" y="1691148"/>
            <a:ext cx="8790039" cy="2951064"/>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6600" b="1">
                <a:solidFill>
                  <a:srgbClr val="C00000"/>
                </a:solidFill>
                <a:latin typeface="Arial"/>
                <a:ea typeface="Arial"/>
                <a:cs typeface="Arial"/>
                <a:sym typeface="Arial"/>
              </a:rPr>
              <a:t>Cảm ơn thầy và các bạn đã lắng nghe</a:t>
            </a:r>
            <a:endParaRPr sz="6600" b="1">
              <a:solidFill>
                <a:srgbClr val="C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mt="50000"/>
          </a:blip>
          <a:stretch>
            <a:fillRect/>
          </a:stretch>
        </a:blipFill>
        <a:effectLst/>
      </p:bgPr>
    </p:bg>
    <p:spTree>
      <p:nvGrpSpPr>
        <p:cNvPr id="1" name="Shape 442"/>
        <p:cNvGrpSpPr/>
        <p:nvPr/>
      </p:nvGrpSpPr>
      <p:grpSpPr>
        <a:xfrm>
          <a:off x="0" y="0"/>
          <a:ext cx="0" cy="0"/>
          <a:chOff x="0" y="0"/>
          <a:chExt cx="0" cy="0"/>
        </a:xfrm>
      </p:grpSpPr>
      <p:pic>
        <p:nvPicPr>
          <p:cNvPr id="443" name="Google Shape;443;p11" descr="Logo&#10;&#10;Description automatically generated"/>
          <p:cNvPicPr preferRelativeResize="0"/>
          <p:nvPr/>
        </p:nvPicPr>
        <p:blipFill rotWithShape="1">
          <a:blip r:embed="rId4">
            <a:alphaModFix/>
          </a:blip>
          <a:srcRect/>
          <a:stretch/>
        </p:blipFill>
        <p:spPr>
          <a:xfrm>
            <a:off x="11239994" y="0"/>
            <a:ext cx="952006" cy="749808"/>
          </a:xfrm>
          <a:prstGeom prst="rect">
            <a:avLst/>
          </a:prstGeom>
          <a:noFill/>
          <a:ln>
            <a:noFill/>
          </a:ln>
        </p:spPr>
      </p:pic>
      <p:pic>
        <p:nvPicPr>
          <p:cNvPr id="444" name="Google Shape;444;p11" descr="Hỏi Đi - Tui Trả Lời! Chuyên Mục Hỏi - Đáp Cuộc Sống | VN-Zoom | Cộng đồng  Chia Sẻ Kiến Thức Công Nghệ và Phần Mềm Máy Tính"/>
          <p:cNvPicPr preferRelativeResize="0"/>
          <p:nvPr/>
        </p:nvPicPr>
        <p:blipFill rotWithShape="1">
          <a:blip r:embed="rId5">
            <a:alphaModFix/>
          </a:blip>
          <a:srcRect/>
          <a:stretch/>
        </p:blipFill>
        <p:spPr>
          <a:xfrm>
            <a:off x="1758167" y="2388543"/>
            <a:ext cx="8489323" cy="3158818"/>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4136</TotalTime>
  <Words>775</Words>
  <Application>Microsoft Macintosh PowerPoint</Application>
  <PresentationFormat>Widescreen</PresentationFormat>
  <Paragraphs>70</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Courier New</vt:lpstr>
      <vt:lpstr>KaTeX_Main</vt:lpstr>
      <vt:lpstr>KaTeX_Caligraphic</vt:lpstr>
      <vt:lpstr>KaTeX_Math</vt:lpstr>
      <vt:lpstr>Arial</vt:lpstr>
      <vt:lpstr>Helvetica</vt:lpstr>
      <vt:lpstr>Times New Roman</vt:lpstr>
      <vt:lpstr>Calibri</vt:lpstr>
      <vt:lpstr>Default Design</vt:lpstr>
      <vt:lpstr>DỰ BÁO KHẢ NĂNG TÀI CHÍNH CÁ NHÂN THEO NGÀNH NGHỀ</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Phạm Phúc Hậu</dc:creator>
  <cp:lastModifiedBy>Phạm Phúc Hậu</cp:lastModifiedBy>
  <cp:revision>6</cp:revision>
  <dcterms:created xsi:type="dcterms:W3CDTF">2021-10-19T10:58:23Z</dcterms:created>
  <dcterms:modified xsi:type="dcterms:W3CDTF">2025-11-23T11:09:44Z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0x0101005CA9AE83CAAC03418A447FF687319AEA</vt:lpwstr>
  </property>
  <property fmtid="{D5CDD505-2E9C-101B-9397-08002B2CF9AE}" pid="3" name="MediaServiceImageTags">
    <vt:lpwstr/>
  </property>
</Properties>
</file>